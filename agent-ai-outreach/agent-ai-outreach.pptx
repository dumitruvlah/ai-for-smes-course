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5454a3fbe74f9c" /><Relationship Type="http://schemas.openxmlformats.org/officeDocument/2006/relationships/extended-properties" Target="/docProps/app.xml" Id="Rdb4458207ed24d0e" /><Relationship Type="http://schemas.openxmlformats.org/officeDocument/2006/relationships/officeDocument" Target="/ppt/presentation.xml" Id="Re212bafab20749e0" /></Relationships>
</file>

<file path=ppt/presentation.xml><?xml version="1.0" encoding="utf-8"?>
<p:presentation xmlns:p="http://schemas.openxmlformats.org/presentationml/2006/main">
  <p:sldMasterIdLst>
    <p:sldMasterId xmlns:r="http://schemas.openxmlformats.org/officeDocument/2006/relationships" id="2147483648" r:id="R45bd252368424a57"/>
  </p:sldMasterIdLst>
  <p:notesMasterIdLst>
    <p:notesMasterId xmlns:r="http://schemas.openxmlformats.org/officeDocument/2006/relationships" r:id="Rc1c7ac1b93894219"/>
  </p:notesMasterIdLst>
  <p:sldIdLst>
    <p:sldId xmlns:r="http://schemas.openxmlformats.org/officeDocument/2006/relationships" id="256" r:id="R38678912622d42fb"/>
    <p:sldId xmlns:r="http://schemas.openxmlformats.org/officeDocument/2006/relationships" id="257" r:id="R530a2628d3f84352"/>
    <p:sldId xmlns:r="http://schemas.openxmlformats.org/officeDocument/2006/relationships" id="258" r:id="Rb319362fa58f4122"/>
    <p:sldId xmlns:r="http://schemas.openxmlformats.org/officeDocument/2006/relationships" id="259" r:id="Rddaa9c176128488d"/>
    <p:sldId xmlns:r="http://schemas.openxmlformats.org/officeDocument/2006/relationships" id="260" r:id="R0e464fac06bf4add"/>
    <p:sldId xmlns:r="http://schemas.openxmlformats.org/officeDocument/2006/relationships" id="261" r:id="R7ed31c8c570745ad"/>
    <p:sldId xmlns:r="http://schemas.openxmlformats.org/officeDocument/2006/relationships" id="262" r:id="R3506cd3cd0b84e46"/>
    <p:sldId xmlns:r="http://schemas.openxmlformats.org/officeDocument/2006/relationships" id="263" r:id="R2acd1ca165e84ee1"/>
    <p:sldId xmlns:r="http://schemas.openxmlformats.org/officeDocument/2006/relationships" id="264" r:id="Reb586c55201c485a"/>
    <p:sldId xmlns:r="http://schemas.openxmlformats.org/officeDocument/2006/relationships" id="265" r:id="Rbf1315dec6ef4356"/>
    <p:sldId xmlns:r="http://schemas.openxmlformats.org/officeDocument/2006/relationships" id="266" r:id="Ra9ceed5eb98f47ae"/>
    <p:sldId xmlns:r="http://schemas.openxmlformats.org/officeDocument/2006/relationships" id="267" r:id="Rd0adce3857924188"/>
    <p:sldId xmlns:r="http://schemas.openxmlformats.org/officeDocument/2006/relationships" id="268" r:id="Rf0c86b9f82974a46"/>
    <p:sldId xmlns:r="http://schemas.openxmlformats.org/officeDocument/2006/relationships" id="269" r:id="R3aecb7ca778a46bb"/>
    <p:sldId xmlns:r="http://schemas.openxmlformats.org/officeDocument/2006/relationships" id="270" r:id="R0d57fb583e414b8b"/>
    <p:sldId xmlns:r="http://schemas.openxmlformats.org/officeDocument/2006/relationships" id="271" r:id="R4e9e29272dc34d7c"/>
    <p:sldId xmlns:r="http://schemas.openxmlformats.org/officeDocument/2006/relationships" id="272" r:id="Rd3174c1301c147dd"/>
    <p:sldId xmlns:r="http://schemas.openxmlformats.org/officeDocument/2006/relationships" id="273" r:id="R62b7615bce224827"/>
    <p:sldId xmlns:r="http://schemas.openxmlformats.org/officeDocument/2006/relationships" id="274" r:id="Rce322ae2033f40e0"/>
    <p:sldId xmlns:r="http://schemas.openxmlformats.org/officeDocument/2006/relationships" id="275" r:id="R943e4a6dbe0342ff"/>
    <p:sldId xmlns:r="http://schemas.openxmlformats.org/officeDocument/2006/relationships" id="276" r:id="R5e4aa44453db400c"/>
    <p:sldId xmlns:r="http://schemas.openxmlformats.org/officeDocument/2006/relationships" id="277" r:id="R5ac2fb95aacf4129"/>
    <p:sldId xmlns:r="http://schemas.openxmlformats.org/officeDocument/2006/relationships" id="278" r:id="R7809a880363b465d"/>
    <p:sldId xmlns:r="http://schemas.openxmlformats.org/officeDocument/2006/relationships" id="279" r:id="R75a0461800c54d7a"/>
    <p:sldId xmlns:r="http://schemas.openxmlformats.org/officeDocument/2006/relationships" id="280" r:id="R6b4b98c51f334e7f"/>
    <p:sldId xmlns:r="http://schemas.openxmlformats.org/officeDocument/2006/relationships" id="281" r:id="R74ff71011636427a"/>
    <p:sldId xmlns:r="http://schemas.openxmlformats.org/officeDocument/2006/relationships" id="282" r:id="Rd089f8fe6e5a446f"/>
    <p:sldId xmlns:r="http://schemas.openxmlformats.org/officeDocument/2006/relationships" id="283" r:id="R2dca589dd7074d49"/>
    <p:sldId xmlns:r="http://schemas.openxmlformats.org/officeDocument/2006/relationships" id="284" r:id="Ra77f8318ab38415d"/>
    <p:sldId xmlns:r="http://schemas.openxmlformats.org/officeDocument/2006/relationships" id="285" r:id="Rcb7578773e6a42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eed4b876f9438d" /><Relationship Type="http://schemas.openxmlformats.org/officeDocument/2006/relationships/slideMaster" Target="/ppt/slideMasters/slideMaster1.xml" Id="R45bd252368424a57" /><Relationship Type="http://schemas.openxmlformats.org/officeDocument/2006/relationships/notesMaster" Target="/ppt/notesMasters/notesMaster1.xml" Id="Rc1c7ac1b93894219" /><Relationship Type="http://schemas.openxmlformats.org/officeDocument/2006/relationships/presProps" Target="/ppt/presProps.xml" Id="Rea6ab50aeee44c55" /><Relationship Type="http://schemas.openxmlformats.org/officeDocument/2006/relationships/tableStyles" Target="/ppt/tableStyles.xml" Id="Rd73f5c5c40e94f3a" /><Relationship Type="http://schemas.openxmlformats.org/officeDocument/2006/relationships/slide" Target="/ppt/slides/slide1.xml" Id="R38678912622d42fb" /><Relationship Type="http://schemas.openxmlformats.org/officeDocument/2006/relationships/slide" Target="/ppt/slides/slide2.xml" Id="R530a2628d3f84352" /><Relationship Type="http://schemas.openxmlformats.org/officeDocument/2006/relationships/slide" Target="/ppt/slides/slide3.xml" Id="Rb319362fa58f4122" /><Relationship Type="http://schemas.openxmlformats.org/officeDocument/2006/relationships/slide" Target="/ppt/slides/slide4.xml" Id="Rddaa9c176128488d" /><Relationship Type="http://schemas.openxmlformats.org/officeDocument/2006/relationships/slide" Target="/ppt/slides/slide5.xml" Id="R0e464fac06bf4add" /><Relationship Type="http://schemas.openxmlformats.org/officeDocument/2006/relationships/slide" Target="/ppt/slides/slide6.xml" Id="R7ed31c8c570745ad" /><Relationship Type="http://schemas.openxmlformats.org/officeDocument/2006/relationships/slide" Target="/ppt/slides/slide7.xml" Id="R3506cd3cd0b84e46" /><Relationship Type="http://schemas.openxmlformats.org/officeDocument/2006/relationships/slide" Target="/ppt/slides/slide8.xml" Id="R2acd1ca165e84ee1" /><Relationship Type="http://schemas.openxmlformats.org/officeDocument/2006/relationships/slide" Target="/ppt/slides/slide9.xml" Id="Reb586c55201c485a" /><Relationship Type="http://schemas.openxmlformats.org/officeDocument/2006/relationships/slide" Target="/ppt/slides/slide10.xml" Id="Rbf1315dec6ef4356" /><Relationship Type="http://schemas.openxmlformats.org/officeDocument/2006/relationships/slide" Target="/ppt/slides/slide11.xml" Id="Ra9ceed5eb98f47ae" /><Relationship Type="http://schemas.openxmlformats.org/officeDocument/2006/relationships/slide" Target="/ppt/slides/slide12.xml" Id="Rd0adce3857924188" /><Relationship Type="http://schemas.openxmlformats.org/officeDocument/2006/relationships/slide" Target="/ppt/slides/slide13.xml" Id="Rf0c86b9f82974a46" /><Relationship Type="http://schemas.openxmlformats.org/officeDocument/2006/relationships/slide" Target="/ppt/slides/slide14.xml" Id="R3aecb7ca778a46bb" /><Relationship Type="http://schemas.openxmlformats.org/officeDocument/2006/relationships/slide" Target="/ppt/slides/slide15.xml" Id="R0d57fb583e414b8b" /><Relationship Type="http://schemas.openxmlformats.org/officeDocument/2006/relationships/slide" Target="/ppt/slides/slide16.xml" Id="R4e9e29272dc34d7c" /><Relationship Type="http://schemas.openxmlformats.org/officeDocument/2006/relationships/slide" Target="/ppt/slides/slide17.xml" Id="Rd3174c1301c147dd" /><Relationship Type="http://schemas.openxmlformats.org/officeDocument/2006/relationships/slide" Target="/ppt/slides/slide18.xml" Id="R62b7615bce224827" /><Relationship Type="http://schemas.openxmlformats.org/officeDocument/2006/relationships/slide" Target="/ppt/slides/slide19.xml" Id="Rce322ae2033f40e0" /><Relationship Type="http://schemas.openxmlformats.org/officeDocument/2006/relationships/slide" Target="/ppt/slides/slide20.xml" Id="R943e4a6dbe0342ff" /><Relationship Type="http://schemas.openxmlformats.org/officeDocument/2006/relationships/slide" Target="/ppt/slides/slide21.xml" Id="R5e4aa44453db400c" /><Relationship Type="http://schemas.openxmlformats.org/officeDocument/2006/relationships/slide" Target="/ppt/slides/slide22.xml" Id="R5ac2fb95aacf4129" /><Relationship Type="http://schemas.openxmlformats.org/officeDocument/2006/relationships/slide" Target="/ppt/slides/slide23.xml" Id="R7809a880363b465d" /><Relationship Type="http://schemas.openxmlformats.org/officeDocument/2006/relationships/slide" Target="/ppt/slides/slide24.xml" Id="R75a0461800c54d7a" /><Relationship Type="http://schemas.openxmlformats.org/officeDocument/2006/relationships/slide" Target="/ppt/slides/slide25.xml" Id="R6b4b98c51f334e7f" /><Relationship Type="http://schemas.openxmlformats.org/officeDocument/2006/relationships/slide" Target="/ppt/slides/slide26.xml" Id="R74ff71011636427a" /><Relationship Type="http://schemas.openxmlformats.org/officeDocument/2006/relationships/slide" Target="/ppt/slides/slide27.xml" Id="Rd089f8fe6e5a446f" /><Relationship Type="http://schemas.openxmlformats.org/officeDocument/2006/relationships/slide" Target="/ppt/slides/slide28.xml" Id="R2dca589dd7074d49" /><Relationship Type="http://schemas.openxmlformats.org/officeDocument/2006/relationships/slide" Target="/ppt/slides/slide29.xml" Id="Ra77f8318ab38415d" /><Relationship Type="http://schemas.openxmlformats.org/officeDocument/2006/relationships/slide" Target="/ppt/slides/slide30.xml" Id="Rcb7578773e6a42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26f0b5804a4d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452f9e57044f09" /><Relationship Type="http://schemas.openxmlformats.org/officeDocument/2006/relationships/notesMaster" Target="/ppt/notesMasters/notesMaster1.xml" Id="Rc39becea4ec64b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b9f791ce0647e9" /><Relationship Type="http://schemas.openxmlformats.org/officeDocument/2006/relationships/notesMaster" Target="/ppt/notesMasters/notesMaster1.xml" Id="R887ee97766af4d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58bd3bf88d4d7a" /><Relationship Type="http://schemas.openxmlformats.org/officeDocument/2006/relationships/notesMaster" Target="/ppt/notesMasters/notesMaster1.xml" Id="Rfb177ec2acde44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b0cc60fd9949af" /><Relationship Type="http://schemas.openxmlformats.org/officeDocument/2006/relationships/notesMaster" Target="/ppt/notesMasters/notesMaster1.xml" Id="Re739be0f5a374e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73471a12604192" /><Relationship Type="http://schemas.openxmlformats.org/officeDocument/2006/relationships/notesMaster" Target="/ppt/notesMasters/notesMaster1.xml" Id="R969ea689e6cf4e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cb390fde5742c3" /><Relationship Type="http://schemas.openxmlformats.org/officeDocument/2006/relationships/notesMaster" Target="/ppt/notesMasters/notesMaster1.xml" Id="Rf14a120c733849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fbdcde35db4ea1" /><Relationship Type="http://schemas.openxmlformats.org/officeDocument/2006/relationships/notesMaster" Target="/ppt/notesMasters/notesMaster1.xml" Id="R2e83227f3e034e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8455a3899e40ed" /><Relationship Type="http://schemas.openxmlformats.org/officeDocument/2006/relationships/notesMaster" Target="/ppt/notesMasters/notesMaster1.xml" Id="R016a037c1c6049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1b9840b0a7468d" /><Relationship Type="http://schemas.openxmlformats.org/officeDocument/2006/relationships/notesMaster" Target="/ppt/notesMasters/notesMaster1.xml" Id="R32452a6ea7d241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36c728e7334853" /><Relationship Type="http://schemas.openxmlformats.org/officeDocument/2006/relationships/notesMaster" Target="/ppt/notesMasters/notesMaster1.xml" Id="R5d21c54c84a447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bc961939fa4cba" /><Relationship Type="http://schemas.openxmlformats.org/officeDocument/2006/relationships/notesMaster" Target="/ppt/notesMasters/notesMaster1.xml" Id="R5df4212fb4e54a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c62072d56049d7" /><Relationship Type="http://schemas.openxmlformats.org/officeDocument/2006/relationships/notesMaster" Target="/ppt/notesMasters/notesMaster1.xml" Id="R2c7a636da7b849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ec7f498bff4878" /><Relationship Type="http://schemas.openxmlformats.org/officeDocument/2006/relationships/notesMaster" Target="/ppt/notesMasters/notesMaster1.xml" Id="Rfc47633690d04f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249bb2ebaa4a28" /><Relationship Type="http://schemas.openxmlformats.org/officeDocument/2006/relationships/notesMaster" Target="/ppt/notesMasters/notesMaster1.xml" Id="Rce3cfed480d74d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09c97e430246d6" /><Relationship Type="http://schemas.openxmlformats.org/officeDocument/2006/relationships/notesMaster" Target="/ppt/notesMasters/notesMaster1.xml" Id="R2ad44f09535547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73e37fd345401c" /><Relationship Type="http://schemas.openxmlformats.org/officeDocument/2006/relationships/notesMaster" Target="/ppt/notesMasters/notesMaster1.xml" Id="R01547c2962c847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242bf64cc9479e" /><Relationship Type="http://schemas.openxmlformats.org/officeDocument/2006/relationships/notesMaster" Target="/ppt/notesMasters/notesMaster1.xml" Id="R83033fdd68444f7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cc263e3ae845c0" /><Relationship Type="http://schemas.openxmlformats.org/officeDocument/2006/relationships/notesMaster" Target="/ppt/notesMasters/notesMaster1.xml" Id="Radf66a87f96e44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108404b05a45dd" /><Relationship Type="http://schemas.openxmlformats.org/officeDocument/2006/relationships/notesMaster" Target="/ppt/notesMasters/notesMaster1.xml" Id="Rf8fed7ad81c04e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d83fb965c44fba" /><Relationship Type="http://schemas.openxmlformats.org/officeDocument/2006/relationships/notesMaster" Target="/ppt/notesMasters/notesMaster1.xml" Id="Ra668284dadd746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8d35fd9a06448a" /><Relationship Type="http://schemas.openxmlformats.org/officeDocument/2006/relationships/notesMaster" Target="/ppt/notesMasters/notesMaster1.xml" Id="Re825983830eb437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6c4efc23c3b48fd" /><Relationship Type="http://schemas.openxmlformats.org/officeDocument/2006/relationships/notesMaster" Target="/ppt/notesMasters/notesMaster1.xml" Id="R9a7aee890da249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b361ef8152c4a8d" /><Relationship Type="http://schemas.openxmlformats.org/officeDocument/2006/relationships/notesMaster" Target="/ppt/notesMasters/notesMaster1.xml" Id="Rcde7d3718bf341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108c92bae64d46" /><Relationship Type="http://schemas.openxmlformats.org/officeDocument/2006/relationships/notesMaster" Target="/ppt/notesMasters/notesMaster1.xml" Id="Rab03d92e84b044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0e9b9f1b1ab464a" /><Relationship Type="http://schemas.openxmlformats.org/officeDocument/2006/relationships/notesMaster" Target="/ppt/notesMasters/notesMaster1.xml" Id="Rcc2f06bc756448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e450c6aa134155" /><Relationship Type="http://schemas.openxmlformats.org/officeDocument/2006/relationships/notesMaster" Target="/ppt/notesMasters/notesMaster1.xml" Id="Rc420afc4cf964a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07954a37c94c44" /><Relationship Type="http://schemas.openxmlformats.org/officeDocument/2006/relationships/notesMaster" Target="/ppt/notesMasters/notesMaster1.xml" Id="Reaab88aadfbb4ce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0cd162a92b94d05" /><Relationship Type="http://schemas.openxmlformats.org/officeDocument/2006/relationships/notesMaster" Target="/ppt/notesMasters/notesMaster1.xml" Id="R0ca8315fbdf543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3c160c9e0454955" /><Relationship Type="http://schemas.openxmlformats.org/officeDocument/2006/relationships/notesMaster" Target="/ppt/notesMasters/notesMaster1.xml" Id="R253e2e92df634b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411a8d74271494f" /><Relationship Type="http://schemas.openxmlformats.org/officeDocument/2006/relationships/notesMaster" Target="/ppt/notesMasters/notesMaster1.xml" Id="R3a43ec5fe0734a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2026-07-29.</a:t>
            </a:r>
          </a:p>
          <a:p xmlns:a="http://schemas.openxmlformats.org/drawingml/2006/main">
            <a:r>
              <a:t>- Stil vizual inspirat de deck-urile locale AI Marketing si Vibecoding.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agentul trebuie pornit de la o foaie si de la intrebarea De 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problema multora este ca incearca agenti fara legatura cu businessul.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intrebarea De ce? si cazul BCC care returneaza erori.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foaia ca punct de pornire; dupa desen intelegem ce sisteme sunt implicate.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trebuie sa intelegem sistemele implicate: MCP, API, agregatoare ca Composio.</a:t>
            </a:r>
          </a:p>
          <a:p xmlns:a="http://schemas.openxmlformats.org/drawingml/2006/main">
            <a:r>
              <a:t>- Logo-uri Google Sheets si Resend: https://simpleicons.org/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analogia API key = usa la care bati si dai codul secret.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cheia API in env file, nu in GitHub 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MCP, API si agregatoare de MCP precum Composio.</a:t>
            </a:r>
          </a:p>
          <a:p xmlns:a="http://schemas.openxmlformats.org/drawingml/2006/main">
            <a:r>
              <a:t>- MCP official intro: https://modelcontextprotocol.io/docs/getting-started/intro</a:t>
            </a:r>
          </a:p>
          <a:p xmlns:a="http://schemas.openxmlformats.org/drawingml/2006/main">
            <a:r>
              <a:t>- Composio toolkits: https://composio.dev/toolkits</a:t>
            </a:r>
          </a:p>
          <a:p xmlns:a="http://schemas.openxmlformats.org/drawingml/2006/main">
            <a:r>
              <a:t>- Logo-uri Google Sheets, Resend si GitHub: https://simpleicons.org/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tabel Subagents / Skills / Agent teams /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orchestrator, chains si parallelization.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CLAUDE.md ca centru de comanda.</a:t>
            </a:r>
          </a:p>
          <a:p xmlns:a="http://schemas.openxmlformats.org/drawingml/2006/main">
            <a:r>
              <a:t>- Logo Anthropic: https://simpleicons.org/?q=anthropic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VS Code pentru vizualizarea fisierelor si Codex/Claude in tandem.</a:t>
            </a:r>
          </a:p>
          <a:p xmlns:a="http://schemas.openxmlformats.org/drawingml/2006/main">
            <a:r>
              <a:t>- Logo Anthropic: https://simpleicons.org/?q=anthropic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pentru mine AI daca are context bate decat un prompt bun.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campanie one-time catre institutii, BCC returneaza erori, platforma mare nu merita pentru esantion 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personalizarea la nivel de nume e primul pas, dar nu convinge neaparat.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exemplu Power BI pentru Biroul National de Statistica; AI trebuie sa dezvolte argumentul contextual.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harvesting din cariere.gov.md, rabota.md, delucru.md si site-urile institutiilor.</a:t>
            </a:r>
          </a:p>
          <a:p xmlns:a="http://schemas.openxmlformats.org/drawingml/2006/main">
            <a:r>
              <a:t>- Compliance guardrails inspirate din marketingskills/skills/prospecting/SKILL.md.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subagentul scrie emailuri pe baza website-ului; personalizeaza in paralel pentru fiecare institutie.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in paralel se fac teste pe email personal in timp ce face scraping.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Resend 100/zi, 3000/luna gratis, autentifici domeniul si pui cheia in env.</a:t>
            </a:r>
          </a:p>
          <a:p xmlns:a="http://schemas.openxmlformats.org/drawingml/2006/main">
            <a:r>
              <a:t>- Resend account quotas and limits: https://resend.com/docs/knowledge-base/account-quotas-and-limits</a:t>
            </a:r>
          </a:p>
          <a:p xmlns:a="http://schemas.openxmlformats.org/drawingml/2006/main">
            <a:r>
              <a:t>- Logo Resend: https://simpleicons.org/?q=resend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schedule la intervale si ore; reformulat responsabil ca rate limits si monitorizare.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terminarea harvesting si run schedule; transformat in checklist repetabil.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Brief utilizator: scan prin API de la SMS services pe telefoane de serviciu; prezentat cu prag de responsabilitate si permisiune.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Blueprint didactic construit din brief: proces, context, sisteme, QA si limite.</a:t>
            </a:r>
          </a:p>
          <a:p xmlns:a="http://schemas.openxmlformats.org/drawingml/2006/main">
            <a:r>
              <a:t>- Nu reprezinta o arhitectura universala; este un model de discutie pentru 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Model didactic de lead sheet; valorile sunt exemple fictive.</a:t>
            </a:r>
          </a:p>
          <a:p xmlns:a="http://schemas.openxmlformats.org/drawingml/2006/main">
            <a:r>
              <a:t>- Brief utilizator: fiecare contact trebuie sa aiba sursa, data verificarii, rol si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Rubrica didactica pentru QA; pragurile sunt exemplificative, nu date masurate.</a:t>
            </a:r>
          </a:p>
          <a:p xmlns:a="http://schemas.openxmlformats.org/drawingml/2006/main">
            <a:r>
              <a:t>- Brief utilizator: personalizarea se bazeaza numai pe observatii publice, fara inventii; include opt-out.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Resend quotas and limits: https://resend.com/docs/knowledge-base/account-quotas-and-limits</a:t>
            </a:r>
          </a:p>
          <a:p xmlns:a="http://schemas.openxmlformats.org/drawingml/2006/main">
            <a:r>
              <a:t>- Logo Resend: https://simpleicons.org/?q=resend</a:t>
            </a:r>
          </a:p>
          <a:p xmlns:a="http://schemas.openxmlformats.org/drawingml/2006/main">
            <a:r>
              <a:t>- Flux didactic construit din brief: domeniu, .env, batch, evenimente,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Date demonstrative, construite pentru a explica monitorizarea unei campanii; nu sunt performanta unei campanii reale.</a:t>
            </a:r>
          </a:p>
          <a:p xmlns:a="http://schemas.openxmlformats.org/drawingml/2006/main">
            <a:r>
              <a:t>- Brief utilizator: loguri, bounces si prag de stop dupa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Sinteza din brief si structura deck-ului.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461afba4984e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af952a388744b8" /><Relationship Type="http://schemas.openxmlformats.org/officeDocument/2006/relationships/slideLayout" Target="/ppt/slideLayouts/slideLayout1.xml" Id="R0ce8cb3593aa48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e8cb3593aa48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73e39a84184c76" /><Relationship Type="http://schemas.openxmlformats.org/officeDocument/2006/relationships/notesSlide" Target="/ppt/notesSlides/notesSlide1.xml" Id="Rf00c90d5433041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0763bb26884e5d" /><Relationship Type="http://schemas.openxmlformats.org/officeDocument/2006/relationships/notesSlide" Target="/ppt/notesSlides/notesSlide2.xml" Id="R7a69b864ddfe4a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267bce51fd4ada" /><Relationship Type="http://schemas.openxmlformats.org/officeDocument/2006/relationships/notesSlide" Target="/ppt/notesSlides/notesSlide3.xml" Id="R1864ebee34654b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7c1d6c2fc4426e" /><Relationship Type="http://schemas.openxmlformats.org/officeDocument/2006/relationships/notesSlide" Target="/ppt/notesSlides/notesSlide4.xml" Id="Rbc871575bf9446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f3595aef384d02" /><Relationship Type="http://schemas.openxmlformats.org/officeDocument/2006/relationships/notesSlide" Target="/ppt/notesSlides/notesSlide5.xml" Id="R94498b7d02264b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77525f661a4a1d" /><Relationship Type="http://schemas.openxmlformats.org/officeDocument/2006/relationships/image" Target="/ppt/media/image.png" Id="R5dad6851492e4f08" /><Relationship Type="http://schemas.openxmlformats.org/officeDocument/2006/relationships/image" Target="/ppt/media/image2.png" Id="Rb99c443f0d8e4fbf" /><Relationship Type="http://schemas.openxmlformats.org/officeDocument/2006/relationships/notesSlide" Target="/ppt/notesSlides/notesSlide6.xml" Id="R0eea37c3519741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54ac19cb414ded" /><Relationship Type="http://schemas.openxmlformats.org/officeDocument/2006/relationships/notesSlide" Target="/ppt/notesSlides/notesSlide7.xml" Id="R9cab117ef8ae40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f36e5bc4af4056" /><Relationship Type="http://schemas.openxmlformats.org/officeDocument/2006/relationships/notesSlide" Target="/ppt/notesSlides/notesSlide8.xml" Id="R65a922e564634b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6b0254b5e947c0" /><Relationship Type="http://schemas.openxmlformats.org/officeDocument/2006/relationships/image" Target="/ppt/media/image3.png" Id="R7dbe9972c3a041c5" /><Relationship Type="http://schemas.openxmlformats.org/officeDocument/2006/relationships/image" Target="/ppt/media/image4.png" Id="R31b359d456d74e2a" /><Relationship Type="http://schemas.openxmlformats.org/officeDocument/2006/relationships/image" Target="/ppt/media/image5.png" Id="Rcf170b1d60af4fcd" /><Relationship Type="http://schemas.openxmlformats.org/officeDocument/2006/relationships/notesSlide" Target="/ppt/notesSlides/notesSlide9.xml" Id="R4e3537c4864042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b069cd097849b5" /><Relationship Type="http://schemas.openxmlformats.org/officeDocument/2006/relationships/notesSlide" Target="/ppt/notesSlides/notesSlide10.xml" Id="Rf68b53e2d3934f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32a951a56e4cd1" /><Relationship Type="http://schemas.openxmlformats.org/officeDocument/2006/relationships/notesSlide" Target="/ppt/notesSlides/notesSlide11.xml" Id="Rd75d59f9a3e947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6acbce67c64dec" /><Relationship Type="http://schemas.openxmlformats.org/officeDocument/2006/relationships/image" Target="/ppt/media/image6.png" Id="R48def3e1a18c4547" /><Relationship Type="http://schemas.openxmlformats.org/officeDocument/2006/relationships/notesSlide" Target="/ppt/notesSlides/notesSlide12.xml" Id="Rde75a06ca4f941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c182abb4c8c49b2" /><Relationship Type="http://schemas.openxmlformats.org/officeDocument/2006/relationships/image" Target="/ppt/media/image7.png" Id="Rde816d36e25947b9" /><Relationship Type="http://schemas.openxmlformats.org/officeDocument/2006/relationships/notesSlide" Target="/ppt/notesSlides/notesSlide13.xml" Id="R2e003020461643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0dea53c32e94452" /><Relationship Type="http://schemas.openxmlformats.org/officeDocument/2006/relationships/notesSlide" Target="/ppt/notesSlides/notesSlide14.xml" Id="R13460866401042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dd9af954944b1d" /><Relationship Type="http://schemas.openxmlformats.org/officeDocument/2006/relationships/notesSlide" Target="/ppt/notesSlides/notesSlide15.xml" Id="R909fd493b06a43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866d0d84a74cf9" /><Relationship Type="http://schemas.openxmlformats.org/officeDocument/2006/relationships/notesSlide" Target="/ppt/notesSlides/notesSlide16.xml" Id="R4e0c6733272d47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5b3c25e0674c2e" /><Relationship Type="http://schemas.openxmlformats.org/officeDocument/2006/relationships/notesSlide" Target="/ppt/notesSlides/notesSlide17.xml" Id="Rd1c50463ecbb4a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82ad3e5c8bf44dc" /><Relationship Type="http://schemas.openxmlformats.org/officeDocument/2006/relationships/notesSlide" Target="/ppt/notesSlides/notesSlide18.xml" Id="R9582406a605b4f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499d4142764761" /><Relationship Type="http://schemas.openxmlformats.org/officeDocument/2006/relationships/notesSlide" Target="/ppt/notesSlides/notesSlide19.xml" Id="R27368fd94f1241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1e1ce5fe7543f5" /><Relationship Type="http://schemas.openxmlformats.org/officeDocument/2006/relationships/notesSlide" Target="/ppt/notesSlides/notesSlide20.xml" Id="Rf7768616a56a43f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b855ef632e3423a" /><Relationship Type="http://schemas.openxmlformats.org/officeDocument/2006/relationships/image" Target="/ppt/media/image8.png" Id="R81400ff9b8a5400e" /><Relationship Type="http://schemas.openxmlformats.org/officeDocument/2006/relationships/notesSlide" Target="/ppt/notesSlides/notesSlide21.xml" Id="Rb9e4ce6bec3b4e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41ae9576a8548ea" /><Relationship Type="http://schemas.openxmlformats.org/officeDocument/2006/relationships/notesSlide" Target="/ppt/notesSlides/notesSlide22.xml" Id="R8c6c036a32614a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bff56c2f230412c" /><Relationship Type="http://schemas.openxmlformats.org/officeDocument/2006/relationships/notesSlide" Target="/ppt/notesSlides/notesSlide23.xml" Id="Reabd6dfb9d7343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78287f961d948bc" /><Relationship Type="http://schemas.openxmlformats.org/officeDocument/2006/relationships/notesSlide" Target="/ppt/notesSlides/notesSlide24.xml" Id="R4a09b7085e4746d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fa0fe2d986f44d7" /><Relationship Type="http://schemas.openxmlformats.org/officeDocument/2006/relationships/notesSlide" Target="/ppt/notesSlides/notesSlide25.xml" Id="R008b32653ab4494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e31e3ead5f342f6" /><Relationship Type="http://schemas.openxmlformats.org/officeDocument/2006/relationships/notesSlide" Target="/ppt/notesSlides/notesSlide26.xml" Id="Rcce5a03a3d29473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96f02e2c79f4c7f" /><Relationship Type="http://schemas.openxmlformats.org/officeDocument/2006/relationships/notesSlide" Target="/ppt/notesSlides/notesSlide27.xml" Id="R80560da825d34f1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450fe2fc0944fdb" /><Relationship Type="http://schemas.openxmlformats.org/officeDocument/2006/relationships/image" Target="/ppt/media/image9.png" Id="R8b0ea7f64cc2400c" /><Relationship Type="http://schemas.openxmlformats.org/officeDocument/2006/relationships/notesSlide" Target="/ppt/notesSlides/notesSlide28.xml" Id="Rc1aed6caed004c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76933b78aa14961" /><Relationship Type="http://schemas.openxmlformats.org/officeDocument/2006/relationships/notesSlide" Target="/ppt/notesSlides/notesSlide29.xml" Id="Rb5fbdc6eb5664a3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c6630e54b364eac" /><Relationship Type="http://schemas.openxmlformats.org/officeDocument/2006/relationships/notesSlide" Target="/ppt/notesSlides/notesSlide30.xml" Id="R561ebe4234da4b1d" /></Relationships>
</file>

<file path=ppt/slides/slide1.xml><?xml version="1.0" encoding="utf-8"?>
<p:sld xmlns:p="http://schemas.openxmlformats.org/presentationml/2006/main">
  <p:cSld>
    <p:bg>
      <p:bgPr>
        <a:gradFill xmlns:a="http://schemas.openxmlformats.org/drawingml/2006/main">
          <a:gsLst>
            <a:gs pos="0">
              <a:srgbClr val="0B1120"/>
            </a:gs>
            <a:gs pos="58000">
              <a:srgbClr val="1E3A8A"/>
            </a:gs>
            <a:gs pos="100000">
              <a:srgbClr val="3B2F8F"/>
            </a:gs>
          </a:gsLst>
          <a:lin ang="8100000"/>
        </a:gra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4579FA-8496-46A2-A4DF-4BC9879E3703}"/>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CBD5E1"/>
                </a:solidFill>
                <a:latin typeface="Onest"/>
                <a:ea typeface="Onest"/>
                <a:cs typeface="Onest"/>
              </a:defRPr>
            </a:pPr>
            <a:r>
              <a:rPr sz="1050" b="0" i="0">
                <a:solidFill>
                  <a:srgbClr val="CBD5E1"/>
                </a:solidFill>
                <a:latin typeface="Onest"/>
                <a:ea typeface="Onest"/>
                <a:cs typeface="Onest"/>
              </a:rPr>
              <a:t>01 / 30</a:t>
            </a:r>
          </a:p>
        </p:txBody>
      </p:sp>
      <p:sp>
        <p:nvSpPr>
          <p:cNvPr id="2" name="">
            <a:extLst xmlns:a="http://schemas.openxmlformats.org/drawingml/2006/main">
              <a:ext uri="{FF2B5EF4-FFF2-40B4-BE49-F238E27FC236}">
                <a16:creationId xmlns:a16="http://schemas.microsoft.com/office/drawing/2014/main" id="{DA5F70CF-1E07-451B-8DB5-8D8926616BC9}"/>
              </a:ext>
            </a:extLst>
          </p:cNvPr>
          <p:cNvSpPr>
            <a:spLocks xmlns:a="http://schemas.openxmlformats.org/drawingml/2006/main" noGrp="1"/>
          </p:cNvSpPr>
          <p:nvPr/>
        </p:nvSpPr>
        <p:spPr>
          <a:xfrm xmlns:a="http://schemas.openxmlformats.org/drawingml/2006/main">
            <a:off x="742950" y="1104900"/>
            <a:ext cx="2247900" cy="323850"/>
          </a:xfrm>
          <a:prstGeom xmlns:a="http://schemas.openxmlformats.org/drawingml/2006/main" prst="roundRect">
            <a:avLst>
              <a:gd name="adj" fmla="val 50000"/>
            </a:avLst>
          </a:prstGeom>
          <a:solidFill xmlns:a="http://schemas.openxmlformats.org/drawingml/2006/main">
            <a:srgbClr val="FFFFFF">
              <a:alpha val="12000"/>
            </a:srgbClr>
          </a:solidFill>
          <a:ln xmlns:a="http://schemas.openxmlformats.org/drawingml/2006/main" w="9525">
            <a:solidFill>
              <a:srgbClr val="FFFFFF">
                <a:alpha val="18000"/>
              </a:srgbClr>
            </a:solidFill>
            <a:prstDash val="solid"/>
          </a:ln>
        </p:spPr>
        <p:txBody>
          <a:bodyPr xmlns:a="http://schemas.openxmlformats.org/drawingml/2006/main" wrap="square" lIns="114300" tIns="0" rIns="114300" bIns="0" anchor="ctr">
            <a:noAutofit/>
          </a:bodyPr>
          <a:lstStyle xmlns:a="http://schemas.openxmlformats.org/drawingml/2006/main"/>
          <a:p xmlns:a="http://schemas.openxmlformats.org/drawingml/2006/main">
            <a:pPr algn="ctr">
              <a:lnSpc>
                <a:spcPct val="105000"/>
              </a:lnSpc>
              <a:buNone/>
              <a:defRPr sz="1125" b="1" i="0">
                <a:solidFill>
                  <a:srgbClr val="CBD5E1"/>
                </a:solidFill>
                <a:latin typeface="Onest"/>
                <a:ea typeface="Onest"/>
                <a:cs typeface="Onest"/>
              </a:defRPr>
            </a:pPr>
            <a:r>
              <a:rPr sz="1125" b="1" i="0">
                <a:solidFill>
                  <a:srgbClr val="CBD5E1"/>
                </a:solidFill>
                <a:latin typeface="Onest"/>
                <a:ea typeface="Onest"/>
                <a:cs typeface="Onest"/>
              </a:rPr>
              <a:t>Training AI Agents</a:t>
            </a:r>
          </a:p>
        </p:txBody>
      </p:sp>
      <p:sp>
        <p:nvSpPr>
          <p:cNvPr id="3" name="">
            <a:extLst xmlns:a="http://schemas.openxmlformats.org/drawingml/2006/main">
              <a:ext uri="{FF2B5EF4-FFF2-40B4-BE49-F238E27FC236}">
                <a16:creationId xmlns:a16="http://schemas.microsoft.com/office/drawing/2014/main" id="{97BA3D43-9A3A-4267-B0CF-0AD65D979F05}"/>
              </a:ext>
            </a:extLst>
          </p:cNvPr>
          <p:cNvSpPr>
            <a:spLocks xmlns:a="http://schemas.openxmlformats.org/drawingml/2006/main" noGrp="1"/>
          </p:cNvSpPr>
          <p:nvPr/>
        </p:nvSpPr>
        <p:spPr>
          <a:xfrm xmlns:a="http://schemas.openxmlformats.org/drawingml/2006/main">
            <a:off x="742950" y="1771650"/>
            <a:ext cx="6572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950" b="1" i="0">
                <a:solidFill>
                  <a:srgbClr val="FFFFFF"/>
                </a:solidFill>
                <a:latin typeface="Onest"/>
                <a:ea typeface="Onest"/>
                <a:cs typeface="Onest"/>
              </a:defRPr>
            </a:pPr>
            <a:r>
              <a:rPr sz="4950" b="1" i="0">
                <a:solidFill>
                  <a:srgbClr val="FFFFFF"/>
                </a:solidFill>
                <a:latin typeface="Onest"/>
                <a:ea typeface="Onest"/>
                <a:cs typeface="Onest"/>
              </a:rPr>
              <a:t>Agenti AI</a:t>
            </a:r>
          </a:p>
          <a:p xmlns:a="http://schemas.openxmlformats.org/drawingml/2006/main">
            <a:pPr algn="l">
              <a:lnSpc>
                <a:spcPct val="90000"/>
              </a:lnSpc>
              <a:buNone/>
              <a:defRPr sz="4950" b="1" i="0">
                <a:solidFill>
                  <a:srgbClr val="FFFFFF"/>
                </a:solidFill>
                <a:latin typeface="Onest"/>
                <a:ea typeface="Onest"/>
                <a:cs typeface="Onest"/>
              </a:defRPr>
            </a:pPr>
            <a:r>
              <a:rPr sz="4950" b="1" i="0">
                <a:solidFill>
                  <a:srgbClr val="FFFFFF"/>
                </a:solidFill>
                <a:latin typeface="Onest"/>
                <a:ea typeface="Onest"/>
                <a:cs typeface="Onest"/>
              </a:rPr>
              <a:t>pentru procese reale</a:t>
            </a:r>
          </a:p>
        </p:txBody>
      </p:sp>
      <p:sp>
        <p:nvSpPr>
          <p:cNvPr id="4" name="">
            <a:extLst xmlns:a="http://schemas.openxmlformats.org/drawingml/2006/main">
              <a:ext uri="{FF2B5EF4-FFF2-40B4-BE49-F238E27FC236}">
                <a16:creationId xmlns:a16="http://schemas.microsoft.com/office/drawing/2014/main" id="{2F2D5D3C-4B43-47E2-AF3A-F9ECE1769D60}"/>
              </a:ext>
            </a:extLst>
          </p:cNvPr>
          <p:cNvSpPr>
            <a:spLocks xmlns:a="http://schemas.openxmlformats.org/drawingml/2006/main" noGrp="1"/>
          </p:cNvSpPr>
          <p:nvPr/>
        </p:nvSpPr>
        <p:spPr>
          <a:xfrm xmlns:a="http://schemas.openxmlformats.org/drawingml/2006/main">
            <a:off x="781050" y="3543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0" i="0">
                <a:solidFill>
                  <a:srgbClr val="CBD5E1"/>
                </a:solidFill>
                <a:latin typeface="Onest"/>
                <a:ea typeface="Onest"/>
                <a:cs typeface="Onest"/>
              </a:defRPr>
            </a:pPr>
            <a:r>
              <a:rPr sz="1950" b="0" i="0">
                <a:solidFill>
                  <a:srgbClr val="CBD5E1"/>
                </a:solidFill>
                <a:latin typeface="Onest"/>
                <a:ea typeface="Onest"/>
                <a:cs typeface="Onest"/>
              </a:rPr>
              <a:t>De la foaie si context la campanii care ruleaza controlat.</a:t>
            </a:r>
          </a:p>
        </p:txBody>
      </p:sp>
      <p:sp>
        <p:nvSpPr>
          <p:cNvPr id="5" name="">
            <a:extLst xmlns:a="http://schemas.openxmlformats.org/drawingml/2006/main">
              <a:ext uri="{FF2B5EF4-FFF2-40B4-BE49-F238E27FC236}">
                <a16:creationId xmlns:a16="http://schemas.microsoft.com/office/drawing/2014/main" id="{37AC479D-2BDB-43E5-88F9-0E368C66A3F7}"/>
              </a:ext>
            </a:extLst>
          </p:cNvPr>
          <p:cNvSpPr>
            <a:spLocks xmlns:a="http://schemas.openxmlformats.org/drawingml/2006/main" noGrp="1"/>
          </p:cNvSpPr>
          <p:nvPr/>
        </p:nvSpPr>
        <p:spPr>
          <a:xfrm xmlns:a="http://schemas.openxmlformats.org/drawingml/2006/main">
            <a:off x="857250" y="4991100"/>
            <a:ext cx="1428750" cy="609600"/>
          </a:xfrm>
          <a:prstGeom xmlns:a="http://schemas.openxmlformats.org/drawingml/2006/main" prst="roundRect">
            <a:avLst>
              <a:gd name="adj" fmla="val 21875"/>
            </a:avLst>
          </a:prstGeom>
          <a:solidFill xmlns:a="http://schemas.openxmlformats.org/drawingml/2006/main">
            <a:srgbClr val="FFFFFF">
              <a:alpha val="10000"/>
            </a:srgbClr>
          </a:solidFill>
          <a:ln xmlns:a="http://schemas.openxmlformats.org/drawingml/2006/main" w="9525">
            <a:solidFill>
              <a:srgbClr val="FFFFFF">
                <a:alpha val="18000"/>
              </a:srgbClr>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75" b="1">
                <a:solidFill>
                  <a:srgbClr val="FFFFFF"/>
                </a:solidFill>
                <a:latin typeface="Onest"/>
                <a:ea typeface="Onest"/>
                <a:cs typeface="Onest"/>
              </a:defRPr>
            </a:pPr>
            <a:r>
              <a:rPr sz="1275" b="1">
                <a:solidFill>
                  <a:srgbClr val="FFFFFF"/>
                </a:solidFill>
                <a:latin typeface="Onest"/>
                <a:ea typeface="Onest"/>
                <a:cs typeface="Onest"/>
              </a:rPr>
              <a:t>FOAIE</a:t>
            </a:r>
          </a:p>
        </p:txBody>
      </p:sp>
      <p:sp>
        <p:nvSpPr>
          <p:cNvPr id="6" name="">
            <a:extLst xmlns:a="http://schemas.openxmlformats.org/drawingml/2006/main">
              <a:ext uri="{FF2B5EF4-FFF2-40B4-BE49-F238E27FC236}">
                <a16:creationId xmlns:a16="http://schemas.microsoft.com/office/drawing/2014/main" id="{7875AEB9-B305-48B3-A3F9-E1FF78A50313}"/>
              </a:ext>
            </a:extLst>
          </p:cNvPr>
          <p:cNvSpPr>
            <a:spLocks xmlns:a="http://schemas.openxmlformats.org/drawingml/2006/main" noGrp="1"/>
          </p:cNvSpPr>
          <p:nvPr/>
        </p:nvSpPr>
        <p:spPr>
          <a:xfrm xmlns:a="http://schemas.openxmlformats.org/drawingml/2006/main">
            <a:off x="2428875" y="51244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5B7CF7"/>
                </a:solidFill>
                <a:latin typeface="Onest"/>
                <a:ea typeface="Onest"/>
                <a:cs typeface="Onest"/>
              </a:defRPr>
            </a:pPr>
            <a:r>
              <a:rPr sz="2100" b="1" i="0">
                <a:solidFill>
                  <a:srgbClr val="5B7CF7"/>
                </a:solidFill>
                <a:latin typeface="Onest"/>
                <a:ea typeface="Onest"/>
                <a:cs typeface="Onest"/>
              </a:rPr>
              <a:t>-&gt;</a:t>
            </a:r>
          </a:p>
        </p:txBody>
      </p:sp>
      <p:sp>
        <p:nvSpPr>
          <p:cNvPr id="7" name="">
            <a:extLst xmlns:a="http://schemas.openxmlformats.org/drawingml/2006/main">
              <a:ext uri="{FF2B5EF4-FFF2-40B4-BE49-F238E27FC236}">
                <a16:creationId xmlns:a16="http://schemas.microsoft.com/office/drawing/2014/main" id="{0CEC02A0-FE70-4131-AA2D-E4D3959F9710}"/>
              </a:ext>
            </a:extLst>
          </p:cNvPr>
          <p:cNvSpPr>
            <a:spLocks xmlns:a="http://schemas.openxmlformats.org/drawingml/2006/main" noGrp="1"/>
          </p:cNvSpPr>
          <p:nvPr/>
        </p:nvSpPr>
        <p:spPr>
          <a:xfrm xmlns:a="http://schemas.openxmlformats.org/drawingml/2006/main">
            <a:off x="3048000" y="4991100"/>
            <a:ext cx="1428750" cy="609600"/>
          </a:xfrm>
          <a:prstGeom xmlns:a="http://schemas.openxmlformats.org/drawingml/2006/main" prst="roundRect">
            <a:avLst>
              <a:gd name="adj" fmla="val 21875"/>
            </a:avLst>
          </a:prstGeom>
          <a:solidFill xmlns:a="http://schemas.openxmlformats.org/drawingml/2006/main">
            <a:srgbClr val="FFFFFF">
              <a:alpha val="10000"/>
            </a:srgbClr>
          </a:solidFill>
          <a:ln xmlns:a="http://schemas.openxmlformats.org/drawingml/2006/main" w="9525">
            <a:solidFill>
              <a:srgbClr val="FFFFFF">
                <a:alpha val="18000"/>
              </a:srgbClr>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75" b="1">
                <a:solidFill>
                  <a:srgbClr val="FFFFFF"/>
                </a:solidFill>
                <a:latin typeface="Onest"/>
                <a:ea typeface="Onest"/>
                <a:cs typeface="Onest"/>
              </a:defRPr>
            </a:pPr>
            <a:r>
              <a:rPr sz="1275" b="1">
                <a:solidFill>
                  <a:srgbClr val="FFFFFF"/>
                </a:solidFill>
                <a:latin typeface="Onest"/>
                <a:ea typeface="Onest"/>
                <a:cs typeface="Onest"/>
              </a:rPr>
              <a:t>AGENT</a:t>
            </a:r>
          </a:p>
        </p:txBody>
      </p:sp>
      <p:sp>
        <p:nvSpPr>
          <p:cNvPr id="8" name="">
            <a:extLst xmlns:a="http://schemas.openxmlformats.org/drawingml/2006/main">
              <a:ext uri="{FF2B5EF4-FFF2-40B4-BE49-F238E27FC236}">
                <a16:creationId xmlns:a16="http://schemas.microsoft.com/office/drawing/2014/main" id="{4EBDEF1F-D689-416D-9359-C017E26314A5}"/>
              </a:ext>
            </a:extLst>
          </p:cNvPr>
          <p:cNvSpPr>
            <a:spLocks xmlns:a="http://schemas.openxmlformats.org/drawingml/2006/main" noGrp="1"/>
          </p:cNvSpPr>
          <p:nvPr/>
        </p:nvSpPr>
        <p:spPr>
          <a:xfrm xmlns:a="http://schemas.openxmlformats.org/drawingml/2006/main">
            <a:off x="4619625" y="51244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5B7CF7"/>
                </a:solidFill>
                <a:latin typeface="Onest"/>
                <a:ea typeface="Onest"/>
                <a:cs typeface="Onest"/>
              </a:defRPr>
            </a:pPr>
            <a:r>
              <a:rPr sz="2100" b="1" i="0">
                <a:solidFill>
                  <a:srgbClr val="5B7CF7"/>
                </a:solidFill>
                <a:latin typeface="Onest"/>
                <a:ea typeface="Onest"/>
                <a:cs typeface="Onest"/>
              </a:rPr>
              <a:t>-&gt;</a:t>
            </a:r>
          </a:p>
        </p:txBody>
      </p:sp>
      <p:sp>
        <p:nvSpPr>
          <p:cNvPr id="9" name="">
            <a:extLst xmlns:a="http://schemas.openxmlformats.org/drawingml/2006/main">
              <a:ext uri="{FF2B5EF4-FFF2-40B4-BE49-F238E27FC236}">
                <a16:creationId xmlns:a16="http://schemas.microsoft.com/office/drawing/2014/main" id="{23820544-F4B4-4FBC-932A-FA2FDC334712}"/>
              </a:ext>
            </a:extLst>
          </p:cNvPr>
          <p:cNvSpPr>
            <a:spLocks xmlns:a="http://schemas.openxmlformats.org/drawingml/2006/main" noGrp="1"/>
          </p:cNvSpPr>
          <p:nvPr/>
        </p:nvSpPr>
        <p:spPr>
          <a:xfrm xmlns:a="http://schemas.openxmlformats.org/drawingml/2006/main">
            <a:off x="5238750" y="4991100"/>
            <a:ext cx="1428750" cy="609600"/>
          </a:xfrm>
          <a:prstGeom xmlns:a="http://schemas.openxmlformats.org/drawingml/2006/main" prst="roundRect">
            <a:avLst>
              <a:gd name="adj" fmla="val 21875"/>
            </a:avLst>
          </a:prstGeom>
          <a:solidFill xmlns:a="http://schemas.openxmlformats.org/drawingml/2006/main">
            <a:srgbClr val="FFFFFF">
              <a:alpha val="10000"/>
            </a:srgbClr>
          </a:solidFill>
          <a:ln xmlns:a="http://schemas.openxmlformats.org/drawingml/2006/main" w="9525">
            <a:solidFill>
              <a:srgbClr val="FFFFFF">
                <a:alpha val="18000"/>
              </a:srgbClr>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75" b="1">
                <a:solidFill>
                  <a:srgbClr val="FFFFFF"/>
                </a:solidFill>
                <a:latin typeface="Onest"/>
                <a:ea typeface="Onest"/>
                <a:cs typeface="Onest"/>
              </a:defRPr>
            </a:pPr>
            <a:r>
              <a:rPr sz="1275" b="1">
                <a:solidFill>
                  <a:srgbClr val="FFFFFF"/>
                </a:solidFill>
                <a:latin typeface="Onest"/>
                <a:ea typeface="Onest"/>
                <a:cs typeface="Onest"/>
              </a:rPr>
              <a:t>SISTEME</a:t>
            </a:r>
          </a:p>
        </p:txBody>
      </p:sp>
      <p:sp>
        <p:nvSpPr>
          <p:cNvPr id="10" name="">
            <a:extLst xmlns:a="http://schemas.openxmlformats.org/drawingml/2006/main">
              <a:ext uri="{FF2B5EF4-FFF2-40B4-BE49-F238E27FC236}">
                <a16:creationId xmlns:a16="http://schemas.microsoft.com/office/drawing/2014/main" id="{374F4726-8EAF-496C-9C39-FA53CF383B8E}"/>
              </a:ext>
            </a:extLst>
          </p:cNvPr>
          <p:cNvSpPr>
            <a:spLocks xmlns:a="http://schemas.openxmlformats.org/drawingml/2006/main" noGrp="1"/>
          </p:cNvSpPr>
          <p:nvPr/>
        </p:nvSpPr>
        <p:spPr>
          <a:xfrm xmlns:a="http://schemas.openxmlformats.org/drawingml/2006/main">
            <a:off x="6810375" y="51244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5B7CF7"/>
                </a:solidFill>
                <a:latin typeface="Onest"/>
                <a:ea typeface="Onest"/>
                <a:cs typeface="Onest"/>
              </a:defRPr>
            </a:pPr>
            <a:r>
              <a:rPr sz="2100" b="1" i="0">
                <a:solidFill>
                  <a:srgbClr val="5B7CF7"/>
                </a:solidFill>
                <a:latin typeface="Onest"/>
                <a:ea typeface="Onest"/>
                <a:cs typeface="Onest"/>
              </a:rPr>
              <a:t>-&gt;</a:t>
            </a:r>
          </a:p>
        </p:txBody>
      </p:sp>
      <p:sp>
        <p:nvSpPr>
          <p:cNvPr id="11" name="">
            <a:extLst xmlns:a="http://schemas.openxmlformats.org/drawingml/2006/main">
              <a:ext uri="{FF2B5EF4-FFF2-40B4-BE49-F238E27FC236}">
                <a16:creationId xmlns:a16="http://schemas.microsoft.com/office/drawing/2014/main" id="{61FBD5D1-5696-49E1-BE17-A4C0DC2EA58F}"/>
              </a:ext>
            </a:extLst>
          </p:cNvPr>
          <p:cNvSpPr>
            <a:spLocks xmlns:a="http://schemas.openxmlformats.org/drawingml/2006/main" noGrp="1"/>
          </p:cNvSpPr>
          <p:nvPr/>
        </p:nvSpPr>
        <p:spPr>
          <a:xfrm xmlns:a="http://schemas.openxmlformats.org/drawingml/2006/main">
            <a:off x="7429500" y="4991100"/>
            <a:ext cx="1428750" cy="609600"/>
          </a:xfrm>
          <a:prstGeom xmlns:a="http://schemas.openxmlformats.org/drawingml/2006/main" prst="roundRect">
            <a:avLst>
              <a:gd name="adj" fmla="val 21875"/>
            </a:avLst>
          </a:prstGeom>
          <a:solidFill xmlns:a="http://schemas.openxmlformats.org/drawingml/2006/main">
            <a:srgbClr val="FFFFFF">
              <a:alpha val="10000"/>
            </a:srgbClr>
          </a:solidFill>
          <a:ln xmlns:a="http://schemas.openxmlformats.org/drawingml/2006/main" w="9525">
            <a:solidFill>
              <a:srgbClr val="FFFFFF">
                <a:alpha val="18000"/>
              </a:srgbClr>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75" b="1">
                <a:solidFill>
                  <a:srgbClr val="FFFFFF"/>
                </a:solidFill>
                <a:latin typeface="Onest"/>
                <a:ea typeface="Onest"/>
                <a:cs typeface="Onest"/>
              </a:defRPr>
            </a:pPr>
            <a:r>
              <a:rPr sz="1275" b="1">
                <a:solidFill>
                  <a:srgbClr val="FFFFFF"/>
                </a:solidFill>
                <a:latin typeface="Onest"/>
                <a:ea typeface="Onest"/>
                <a:cs typeface="Onest"/>
              </a:rPr>
              <a:t>REZULTAT</a:t>
            </a:r>
          </a:p>
        </p:txBody>
      </p:sp>
    </p:spTree>
    <p:extLst>
      <p:ext uri="{BB962C8B-B14F-4D97-AF65-F5344CB8AC3E}">
        <p14:creationId xmlns:p14="http://schemas.microsoft.com/office/powerpoint/2010/main" val="7861359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465A8C8-10B6-4399-B0F6-FFADF0DDEBF2}"/>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02 / 30</a:t>
            </a:r>
          </a:p>
        </p:txBody>
      </p:sp>
      <p:sp>
        <p:nvSpPr>
          <p:cNvPr id="2" name="">
            <a:extLst xmlns:a="http://schemas.openxmlformats.org/drawingml/2006/main">
              <a:ext uri="{FF2B5EF4-FFF2-40B4-BE49-F238E27FC236}">
                <a16:creationId xmlns:a16="http://schemas.microsoft.com/office/drawing/2014/main" id="{88B6F83B-F210-4571-BF30-B422C7D07B00}"/>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D3B4F8-DEF6-4478-8996-517B4223BA57}"/>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PRINCIPIU</a:t>
            </a:r>
          </a:p>
        </p:txBody>
      </p:sp>
      <p:sp>
        <p:nvSpPr>
          <p:cNvPr id="4" name="">
            <a:extLst xmlns:a="http://schemas.openxmlformats.org/drawingml/2006/main">
              <a:ext uri="{FF2B5EF4-FFF2-40B4-BE49-F238E27FC236}">
                <a16:creationId xmlns:a16="http://schemas.microsoft.com/office/drawing/2014/main" id="{68F784A5-B18C-42B4-AA81-88B107FAC69B}"/>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Agentul nu incepe in chat. Incepe pe foaie.</a:t>
            </a:r>
          </a:p>
        </p:txBody>
      </p:sp>
      <p:sp>
        <p:nvSpPr>
          <p:cNvPr id="5" name="">
            <a:extLst xmlns:a="http://schemas.openxmlformats.org/drawingml/2006/main">
              <a:ext uri="{FF2B5EF4-FFF2-40B4-BE49-F238E27FC236}">
                <a16:creationId xmlns:a16="http://schemas.microsoft.com/office/drawing/2014/main" id="{F4CEF275-0CE5-4BAB-ABF5-65179294B9D0}"/>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Daca nu poti desena procesul, AI-ul nu are ce automatiza.</a:t>
            </a:r>
          </a:p>
        </p:txBody>
      </p:sp>
      <p:sp>
        <p:nvSpPr>
          <p:cNvPr id="6" name="">
            <a:extLst xmlns:a="http://schemas.openxmlformats.org/drawingml/2006/main">
              <a:ext uri="{FF2B5EF4-FFF2-40B4-BE49-F238E27FC236}">
                <a16:creationId xmlns:a16="http://schemas.microsoft.com/office/drawing/2014/main" id="{D2199B1E-9AB0-41D7-8648-DF1787CDCD65}"/>
              </a:ext>
            </a:extLst>
          </p:cNvPr>
          <p:cNvSpPr>
            <a:spLocks xmlns:a="http://schemas.openxmlformats.org/drawingml/2006/main" noGrp="1"/>
          </p:cNvSpPr>
          <p:nvPr/>
        </p:nvSpPr>
        <p:spPr>
          <a:xfrm xmlns:a="http://schemas.openxmlformats.org/drawingml/2006/main">
            <a:off x="838200" y="2324100"/>
            <a:ext cx="5010150" cy="3295650"/>
          </a:xfrm>
          <a:prstGeom xmlns:a="http://schemas.openxmlformats.org/drawingml/2006/main" prst="roundRect">
            <a:avLst>
              <a:gd name="adj" fmla="val 4624"/>
            </a:avLst>
          </a:prstGeom>
          <a:solidFill xmlns:a="http://schemas.openxmlformats.org/drawingml/2006/main">
            <a:srgbClr val="F8FAFC"/>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3D55B09-C330-48A1-8D35-27D457DAE6C0}"/>
              </a:ext>
            </a:extLst>
          </p:cNvPr>
          <p:cNvSpPr>
            <a:spLocks xmlns:a="http://schemas.openxmlformats.org/drawingml/2006/main" noGrp="1"/>
          </p:cNvSpPr>
          <p:nvPr/>
        </p:nvSpPr>
        <p:spPr>
          <a:xfrm xmlns:a="http://schemas.openxmlformats.org/drawingml/2006/main">
            <a:off x="1104900" y="25527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0F172A"/>
                </a:solidFill>
                <a:latin typeface="Onest"/>
                <a:ea typeface="Onest"/>
                <a:cs typeface="Onest"/>
              </a:defRPr>
            </a:pPr>
            <a:r>
              <a:rPr sz="1800" b="1" i="0">
                <a:solidFill>
                  <a:srgbClr val="0F172A"/>
                </a:solidFill>
                <a:latin typeface="Onest"/>
                <a:ea typeface="Onest"/>
                <a:cs typeface="Onest"/>
              </a:rPr>
              <a:t>Foaia agentului</a:t>
            </a:r>
          </a:p>
        </p:txBody>
      </p:sp>
      <p:sp>
        <p:nvSpPr>
          <p:cNvPr id="8" name="">
            <a:extLst xmlns:a="http://schemas.openxmlformats.org/drawingml/2006/main">
              <a:ext uri="{FF2B5EF4-FFF2-40B4-BE49-F238E27FC236}">
                <a16:creationId xmlns:a16="http://schemas.microsoft.com/office/drawing/2014/main" id="{FE27F140-FF09-472A-BAB2-575C612D2AC6}"/>
              </a:ext>
            </a:extLst>
          </p:cNvPr>
          <p:cNvSpPr>
            <a:spLocks xmlns:a="http://schemas.openxmlformats.org/drawingml/2006/main" noGrp="1"/>
          </p:cNvSpPr>
          <p:nvPr/>
        </p:nvSpPr>
        <p:spPr>
          <a:xfrm xmlns:a="http://schemas.openxmlformats.org/drawingml/2006/main">
            <a:off x="1143000" y="30670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2D52D4"/>
                </a:solidFill>
                <a:latin typeface="Onest"/>
                <a:ea typeface="Onest"/>
                <a:cs typeface="Onest"/>
              </a:defRPr>
            </a:pPr>
            <a:r>
              <a:rPr sz="1125" b="1" i="0">
                <a:solidFill>
                  <a:srgbClr val="2D52D4"/>
                </a:solidFill>
                <a:latin typeface="Onest"/>
                <a:ea typeface="Onest"/>
                <a:cs typeface="Onest"/>
              </a:rPr>
              <a:t>DE CE?</a:t>
            </a:r>
          </a:p>
        </p:txBody>
      </p:sp>
      <p:sp>
        <p:nvSpPr>
          <p:cNvPr id="9" name="">
            <a:extLst xmlns:a="http://schemas.openxmlformats.org/drawingml/2006/main">
              <a:ext uri="{FF2B5EF4-FFF2-40B4-BE49-F238E27FC236}">
                <a16:creationId xmlns:a16="http://schemas.microsoft.com/office/drawing/2014/main" id="{79AA2042-09CF-4ECD-A93D-6910BA90EBB7}"/>
              </a:ext>
            </a:extLst>
          </p:cNvPr>
          <p:cNvSpPr>
            <a:spLocks xmlns:a="http://schemas.openxmlformats.org/drawingml/2006/main" noGrp="1"/>
          </p:cNvSpPr>
          <p:nvPr/>
        </p:nvSpPr>
        <p:spPr>
          <a:xfrm xmlns:a="http://schemas.openxmlformats.org/drawingml/2006/main">
            <a:off x="2247900" y="3228975"/>
            <a:ext cx="29908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23DEEF2F-57DD-4631-A9F1-C7FBABEAAD21}"/>
              </a:ext>
            </a:extLst>
          </p:cNvPr>
          <p:cNvSpPr>
            <a:spLocks xmlns:a="http://schemas.openxmlformats.org/drawingml/2006/main" noGrp="1"/>
          </p:cNvSpPr>
          <p:nvPr/>
        </p:nvSpPr>
        <p:spPr>
          <a:xfrm xmlns:a="http://schemas.openxmlformats.org/drawingml/2006/main">
            <a:off x="2362200" y="3067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i="0">
                <a:solidFill>
                  <a:srgbClr val="64748B"/>
                </a:solidFill>
                <a:latin typeface="Onest"/>
                <a:ea typeface="Onest"/>
                <a:cs typeface="Onest"/>
              </a:defRPr>
            </a:pPr>
            <a:r>
              <a:rPr sz="1275" b="0" i="0">
                <a:solidFill>
                  <a:srgbClr val="64748B"/>
                </a:solidFill>
                <a:latin typeface="Onest"/>
                <a:ea typeface="Onest"/>
                <a:cs typeface="Onest"/>
              </a:rPr>
              <a:t>Ce cost / blocaj rezolva?</a:t>
            </a:r>
          </a:p>
        </p:txBody>
      </p:sp>
      <p:sp>
        <p:nvSpPr>
          <p:cNvPr id="11" name="">
            <a:extLst xmlns:a="http://schemas.openxmlformats.org/drawingml/2006/main">
              <a:ext uri="{FF2B5EF4-FFF2-40B4-BE49-F238E27FC236}">
                <a16:creationId xmlns:a16="http://schemas.microsoft.com/office/drawing/2014/main" id="{7711A783-E46C-4BB9-8DC3-D885F8E64BB5}"/>
              </a:ext>
            </a:extLst>
          </p:cNvPr>
          <p:cNvSpPr>
            <a:spLocks xmlns:a="http://schemas.openxmlformats.org/drawingml/2006/main" noGrp="1"/>
          </p:cNvSpPr>
          <p:nvPr/>
        </p:nvSpPr>
        <p:spPr>
          <a:xfrm xmlns:a="http://schemas.openxmlformats.org/drawingml/2006/main">
            <a:off x="1143000" y="35242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2D52D4"/>
                </a:solidFill>
                <a:latin typeface="Onest"/>
                <a:ea typeface="Onest"/>
                <a:cs typeface="Onest"/>
              </a:defRPr>
            </a:pPr>
            <a:r>
              <a:rPr sz="1125" b="1" i="0">
                <a:solidFill>
                  <a:srgbClr val="2D52D4"/>
                </a:solidFill>
                <a:latin typeface="Onest"/>
                <a:ea typeface="Onest"/>
                <a:cs typeface="Onest"/>
              </a:rPr>
              <a:t>INPUT</a:t>
            </a:r>
          </a:p>
        </p:txBody>
      </p:sp>
      <p:sp>
        <p:nvSpPr>
          <p:cNvPr id="12" name="">
            <a:extLst xmlns:a="http://schemas.openxmlformats.org/drawingml/2006/main">
              <a:ext uri="{FF2B5EF4-FFF2-40B4-BE49-F238E27FC236}">
                <a16:creationId xmlns:a16="http://schemas.microsoft.com/office/drawing/2014/main" id="{EB86B6CA-27C8-4206-9C9B-46725FE93269}"/>
              </a:ext>
            </a:extLst>
          </p:cNvPr>
          <p:cNvSpPr>
            <a:spLocks xmlns:a="http://schemas.openxmlformats.org/drawingml/2006/main" noGrp="1"/>
          </p:cNvSpPr>
          <p:nvPr/>
        </p:nvSpPr>
        <p:spPr>
          <a:xfrm xmlns:a="http://schemas.openxmlformats.org/drawingml/2006/main">
            <a:off x="2247900" y="3686175"/>
            <a:ext cx="29908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456A033-0253-481F-87C7-263995253470}"/>
              </a:ext>
            </a:extLst>
          </p:cNvPr>
          <p:cNvSpPr>
            <a:spLocks xmlns:a="http://schemas.openxmlformats.org/drawingml/2006/main" noGrp="1"/>
          </p:cNvSpPr>
          <p:nvPr/>
        </p:nvSpPr>
        <p:spPr>
          <a:xfrm xmlns:a="http://schemas.openxmlformats.org/drawingml/2006/main">
            <a:off x="2362200" y="35242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i="0">
                <a:solidFill>
                  <a:srgbClr val="64748B"/>
                </a:solidFill>
                <a:latin typeface="Onest"/>
                <a:ea typeface="Onest"/>
                <a:cs typeface="Onest"/>
              </a:defRPr>
            </a:pPr>
            <a:r>
              <a:rPr sz="1275" b="0" i="0">
                <a:solidFill>
                  <a:srgbClr val="64748B"/>
                </a:solidFill>
                <a:latin typeface="Onest"/>
                <a:ea typeface="Onest"/>
                <a:cs typeface="Onest"/>
              </a:rPr>
              <a:t>Ce date primeste?</a:t>
            </a:r>
          </a:p>
        </p:txBody>
      </p:sp>
      <p:sp>
        <p:nvSpPr>
          <p:cNvPr id="14" name="">
            <a:extLst xmlns:a="http://schemas.openxmlformats.org/drawingml/2006/main">
              <a:ext uri="{FF2B5EF4-FFF2-40B4-BE49-F238E27FC236}">
                <a16:creationId xmlns:a16="http://schemas.microsoft.com/office/drawing/2014/main" id="{62EDEC50-ABA6-436E-AA09-959186ABB4B3}"/>
              </a:ext>
            </a:extLst>
          </p:cNvPr>
          <p:cNvSpPr>
            <a:spLocks xmlns:a="http://schemas.openxmlformats.org/drawingml/2006/main" noGrp="1"/>
          </p:cNvSpPr>
          <p:nvPr/>
        </p:nvSpPr>
        <p:spPr>
          <a:xfrm xmlns:a="http://schemas.openxmlformats.org/drawingml/2006/main">
            <a:off x="1143000" y="39814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2D52D4"/>
                </a:solidFill>
                <a:latin typeface="Onest"/>
                <a:ea typeface="Onest"/>
                <a:cs typeface="Onest"/>
              </a:defRPr>
            </a:pPr>
            <a:r>
              <a:rPr sz="1125" b="1" i="0">
                <a:solidFill>
                  <a:srgbClr val="2D52D4"/>
                </a:solidFill>
                <a:latin typeface="Onest"/>
                <a:ea typeface="Onest"/>
                <a:cs typeface="Onest"/>
              </a:rPr>
              <a:t>DECIZIE</a:t>
            </a:r>
          </a:p>
        </p:txBody>
      </p:sp>
      <p:sp>
        <p:nvSpPr>
          <p:cNvPr id="15" name="">
            <a:extLst xmlns:a="http://schemas.openxmlformats.org/drawingml/2006/main">
              <a:ext uri="{FF2B5EF4-FFF2-40B4-BE49-F238E27FC236}">
                <a16:creationId xmlns:a16="http://schemas.microsoft.com/office/drawing/2014/main" id="{20A12173-522B-43BF-8A04-46501186A688}"/>
              </a:ext>
            </a:extLst>
          </p:cNvPr>
          <p:cNvSpPr>
            <a:spLocks xmlns:a="http://schemas.openxmlformats.org/drawingml/2006/main" noGrp="1"/>
          </p:cNvSpPr>
          <p:nvPr/>
        </p:nvSpPr>
        <p:spPr>
          <a:xfrm xmlns:a="http://schemas.openxmlformats.org/drawingml/2006/main">
            <a:off x="2247900" y="4143375"/>
            <a:ext cx="29908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AF0FAE93-F874-493D-A61A-ACEF93F7D0E5}"/>
              </a:ext>
            </a:extLst>
          </p:cNvPr>
          <p:cNvSpPr>
            <a:spLocks xmlns:a="http://schemas.openxmlformats.org/drawingml/2006/main" noGrp="1"/>
          </p:cNvSpPr>
          <p:nvPr/>
        </p:nvSpPr>
        <p:spPr>
          <a:xfrm xmlns:a="http://schemas.openxmlformats.org/drawingml/2006/main">
            <a:off x="2362200" y="3981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i="0">
                <a:solidFill>
                  <a:srgbClr val="64748B"/>
                </a:solidFill>
                <a:latin typeface="Onest"/>
                <a:ea typeface="Onest"/>
                <a:cs typeface="Onest"/>
              </a:defRPr>
            </a:pPr>
            <a:r>
              <a:rPr sz="1275" b="0" i="0">
                <a:solidFill>
                  <a:srgbClr val="64748B"/>
                </a:solidFill>
                <a:latin typeface="Onest"/>
                <a:ea typeface="Onest"/>
                <a:cs typeface="Onest"/>
              </a:rPr>
              <a:t>Ce trebuie sa aleaga?</a:t>
            </a:r>
          </a:p>
        </p:txBody>
      </p:sp>
      <p:sp>
        <p:nvSpPr>
          <p:cNvPr id="17" name="">
            <a:extLst xmlns:a="http://schemas.openxmlformats.org/drawingml/2006/main">
              <a:ext uri="{FF2B5EF4-FFF2-40B4-BE49-F238E27FC236}">
                <a16:creationId xmlns:a16="http://schemas.microsoft.com/office/drawing/2014/main" id="{7A11F9E1-953F-4BE8-B9A0-4B103BE1C6A6}"/>
              </a:ext>
            </a:extLst>
          </p:cNvPr>
          <p:cNvSpPr>
            <a:spLocks xmlns:a="http://schemas.openxmlformats.org/drawingml/2006/main" noGrp="1"/>
          </p:cNvSpPr>
          <p:nvPr/>
        </p:nvSpPr>
        <p:spPr>
          <a:xfrm xmlns:a="http://schemas.openxmlformats.org/drawingml/2006/main">
            <a:off x="1143000" y="4438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2D52D4"/>
                </a:solidFill>
                <a:latin typeface="Onest"/>
                <a:ea typeface="Onest"/>
                <a:cs typeface="Onest"/>
              </a:defRPr>
            </a:pPr>
            <a:r>
              <a:rPr sz="1125" b="1" i="0">
                <a:solidFill>
                  <a:srgbClr val="2D52D4"/>
                </a:solidFill>
                <a:latin typeface="Onest"/>
                <a:ea typeface="Onest"/>
                <a:cs typeface="Onest"/>
              </a:rPr>
              <a:t>ACTIUNE</a:t>
            </a:r>
          </a:p>
        </p:txBody>
      </p:sp>
      <p:sp>
        <p:nvSpPr>
          <p:cNvPr id="18" name="">
            <a:extLst xmlns:a="http://schemas.openxmlformats.org/drawingml/2006/main">
              <a:ext uri="{FF2B5EF4-FFF2-40B4-BE49-F238E27FC236}">
                <a16:creationId xmlns:a16="http://schemas.microsoft.com/office/drawing/2014/main" id="{10E30D65-2470-4290-A353-8E18DECC26EA}"/>
              </a:ext>
            </a:extLst>
          </p:cNvPr>
          <p:cNvSpPr>
            <a:spLocks xmlns:a="http://schemas.openxmlformats.org/drawingml/2006/main" noGrp="1"/>
          </p:cNvSpPr>
          <p:nvPr/>
        </p:nvSpPr>
        <p:spPr>
          <a:xfrm xmlns:a="http://schemas.openxmlformats.org/drawingml/2006/main">
            <a:off x="2247900" y="4600575"/>
            <a:ext cx="29908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B8BF6881-1EB3-4175-B706-6EA5B18C0DD8}"/>
              </a:ext>
            </a:extLst>
          </p:cNvPr>
          <p:cNvSpPr>
            <a:spLocks xmlns:a="http://schemas.openxmlformats.org/drawingml/2006/main" noGrp="1"/>
          </p:cNvSpPr>
          <p:nvPr/>
        </p:nvSpPr>
        <p:spPr>
          <a:xfrm xmlns:a="http://schemas.openxmlformats.org/drawingml/2006/main">
            <a:off x="2362200" y="44386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i="0">
                <a:solidFill>
                  <a:srgbClr val="64748B"/>
                </a:solidFill>
                <a:latin typeface="Onest"/>
                <a:ea typeface="Onest"/>
                <a:cs typeface="Onest"/>
              </a:defRPr>
            </a:pPr>
            <a:r>
              <a:rPr sz="1275" b="0" i="0">
                <a:solidFill>
                  <a:srgbClr val="64748B"/>
                </a:solidFill>
                <a:latin typeface="Onest"/>
                <a:ea typeface="Onest"/>
                <a:cs typeface="Onest"/>
              </a:rPr>
              <a:t>Unde scrie / trimite / modifica?</a:t>
            </a:r>
          </a:p>
        </p:txBody>
      </p:sp>
      <p:sp>
        <p:nvSpPr>
          <p:cNvPr id="20" name="">
            <a:extLst xmlns:a="http://schemas.openxmlformats.org/drawingml/2006/main">
              <a:ext uri="{FF2B5EF4-FFF2-40B4-BE49-F238E27FC236}">
                <a16:creationId xmlns:a16="http://schemas.microsoft.com/office/drawing/2014/main" id="{CE4ED5C9-0CE8-464D-93BD-0E7A0626ECA6}"/>
              </a:ext>
            </a:extLst>
          </p:cNvPr>
          <p:cNvSpPr>
            <a:spLocks xmlns:a="http://schemas.openxmlformats.org/drawingml/2006/main" noGrp="1"/>
          </p:cNvSpPr>
          <p:nvPr/>
        </p:nvSpPr>
        <p:spPr>
          <a:xfrm xmlns:a="http://schemas.openxmlformats.org/drawingml/2006/main">
            <a:off x="1143000" y="48958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2D52D4"/>
                </a:solidFill>
                <a:latin typeface="Onest"/>
                <a:ea typeface="Onest"/>
                <a:cs typeface="Onest"/>
              </a:defRPr>
            </a:pPr>
            <a:r>
              <a:rPr sz="1125" b="1" i="0">
                <a:solidFill>
                  <a:srgbClr val="2D52D4"/>
                </a:solidFill>
                <a:latin typeface="Onest"/>
                <a:ea typeface="Onest"/>
                <a:cs typeface="Onest"/>
              </a:rPr>
              <a:t>LIMITE</a:t>
            </a:r>
          </a:p>
        </p:txBody>
      </p:sp>
      <p:sp>
        <p:nvSpPr>
          <p:cNvPr id="21" name="">
            <a:extLst xmlns:a="http://schemas.openxmlformats.org/drawingml/2006/main">
              <a:ext uri="{FF2B5EF4-FFF2-40B4-BE49-F238E27FC236}">
                <a16:creationId xmlns:a16="http://schemas.microsoft.com/office/drawing/2014/main" id="{29885638-BBE9-4B18-8FC3-4CBF0161EB4E}"/>
              </a:ext>
            </a:extLst>
          </p:cNvPr>
          <p:cNvSpPr>
            <a:spLocks xmlns:a="http://schemas.openxmlformats.org/drawingml/2006/main" noGrp="1"/>
          </p:cNvSpPr>
          <p:nvPr/>
        </p:nvSpPr>
        <p:spPr>
          <a:xfrm xmlns:a="http://schemas.openxmlformats.org/drawingml/2006/main">
            <a:off x="2247900" y="5057775"/>
            <a:ext cx="29908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2A04C2DC-641A-4780-9967-8F53B0415F4C}"/>
              </a:ext>
            </a:extLst>
          </p:cNvPr>
          <p:cNvSpPr>
            <a:spLocks xmlns:a="http://schemas.openxmlformats.org/drawingml/2006/main" noGrp="1"/>
          </p:cNvSpPr>
          <p:nvPr/>
        </p:nvSpPr>
        <p:spPr>
          <a:xfrm xmlns:a="http://schemas.openxmlformats.org/drawingml/2006/main">
            <a:off x="2362200" y="4895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i="0">
                <a:solidFill>
                  <a:srgbClr val="64748B"/>
                </a:solidFill>
                <a:latin typeface="Onest"/>
                <a:ea typeface="Onest"/>
                <a:cs typeface="Onest"/>
              </a:defRPr>
            </a:pPr>
            <a:r>
              <a:rPr sz="1275" b="0" i="0">
                <a:solidFill>
                  <a:srgbClr val="64748B"/>
                </a:solidFill>
                <a:latin typeface="Onest"/>
                <a:ea typeface="Onest"/>
                <a:cs typeface="Onest"/>
              </a:rPr>
              <a:t>Cand se opreste?</a:t>
            </a:r>
          </a:p>
        </p:txBody>
      </p:sp>
      <p:sp>
        <p:nvSpPr>
          <p:cNvPr id="23" name="">
            <a:extLst xmlns:a="http://schemas.openxmlformats.org/drawingml/2006/main">
              <a:ext uri="{FF2B5EF4-FFF2-40B4-BE49-F238E27FC236}">
                <a16:creationId xmlns:a16="http://schemas.microsoft.com/office/drawing/2014/main" id="{9FE430F8-4E50-4218-87EA-3C99ACDE6021}"/>
              </a:ext>
            </a:extLst>
          </p:cNvPr>
          <p:cNvSpPr>
            <a:spLocks xmlns:a="http://schemas.openxmlformats.org/drawingml/2006/main" noGrp="1"/>
          </p:cNvSpPr>
          <p:nvPr/>
        </p:nvSpPr>
        <p:spPr>
          <a:xfrm xmlns:a="http://schemas.openxmlformats.org/drawingml/2006/main">
            <a:off x="6858000" y="2838450"/>
            <a:ext cx="3333750" cy="1962150"/>
          </a:xfrm>
          <a:prstGeom xmlns:a="http://schemas.openxmlformats.org/drawingml/2006/main" prst="roundRect">
            <a:avLst>
              <a:gd name="adj" fmla="val 8738"/>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0000"/>
              </a:lnSpc>
              <a:buNone/>
              <a:defRPr sz="2400" b="1">
                <a:solidFill>
                  <a:srgbClr val="2D52D4"/>
                </a:solidFill>
                <a:latin typeface="Onest"/>
                <a:ea typeface="Onest"/>
                <a:cs typeface="Onest"/>
              </a:defRPr>
            </a:pPr>
            <a:r>
              <a:rPr sz="2400" b="1">
                <a:solidFill>
                  <a:srgbClr val="2D52D4"/>
                </a:solidFill>
                <a:latin typeface="Onest"/>
                <a:ea typeface="Onest"/>
                <a:cs typeface="Onest"/>
              </a:rPr>
              <a:t>Promptul vine dupa proces.</a:t>
            </a:r>
          </a:p>
          <a:p xmlns:a="http://schemas.openxmlformats.org/drawingml/2006/main">
            <a:pPr algn="ctr">
              <a:lnSpc>
                <a:spcPct val="100000"/>
              </a:lnSpc>
              <a:buNone/>
              <a:defRPr sz="2400" b="1">
                <a:solidFill>
                  <a:srgbClr val="2D52D4"/>
                </a:solidFill>
                <a:latin typeface="Onest"/>
                <a:ea typeface="Onest"/>
                <a:cs typeface="Onest"/>
              </a:defRPr>
            </a:pPr>
            <a:r>
              <a:rPr sz="2400" b="1">
                <a:solidFill>
                  <a:srgbClr val="2D52D4"/>
                </a:solidFill>
                <a:latin typeface="Onest"/>
                <a:ea typeface="Onest"/>
                <a:cs typeface="Onest"/>
              </a:rPr>
              <a:t>Nu invers.</a:t>
            </a:r>
          </a:p>
        </p:txBody>
      </p:sp>
      <p:sp>
        <p:nvSpPr>
          <p:cNvPr id="24" name="">
            <a:extLst xmlns:a="http://schemas.openxmlformats.org/drawingml/2006/main">
              <a:ext uri="{FF2B5EF4-FFF2-40B4-BE49-F238E27FC236}">
                <a16:creationId xmlns:a16="http://schemas.microsoft.com/office/drawing/2014/main" id="{986E40A1-9F25-4FDF-B727-2ABB799FC230}"/>
              </a:ext>
            </a:extLst>
          </p:cNvPr>
          <p:cNvSpPr>
            <a:spLocks xmlns:a="http://schemas.openxmlformats.org/drawingml/2006/main" noGrp="1"/>
          </p:cNvSpPr>
          <p:nvPr/>
        </p:nvSpPr>
        <p:spPr>
          <a:xfrm xmlns:a="http://schemas.openxmlformats.org/drawingml/2006/main">
            <a:off x="6076950" y="36766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Tree>
    <p:extLst>
      <p:ext uri="{BB962C8B-B14F-4D97-AF65-F5344CB8AC3E}">
        <p14:creationId xmlns:p14="http://schemas.microsoft.com/office/powerpoint/2010/main" val="14052286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A246B07-EB3A-456D-8703-FA576089A191}"/>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03 / 30</a:t>
            </a:r>
          </a:p>
        </p:txBody>
      </p:sp>
      <p:sp>
        <p:nvSpPr>
          <p:cNvPr id="2" name="">
            <a:extLst xmlns:a="http://schemas.openxmlformats.org/drawingml/2006/main">
              <a:ext uri="{FF2B5EF4-FFF2-40B4-BE49-F238E27FC236}">
                <a16:creationId xmlns:a16="http://schemas.microsoft.com/office/drawing/2014/main" id="{B3DA8DF4-B67D-4CE6-B06A-A02D3E65C7A7}"/>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AC0B24-08EA-46DF-8EF9-FCAAA201346B}"/>
              </a:ext>
            </a:extLst>
          </p:cNvPr>
          <p:cNvSpPr>
            <a:spLocks xmlns:a="http://schemas.openxmlformats.org/drawingml/2006/main" noGrp="1"/>
          </p:cNvSpPr>
          <p:nvPr/>
        </p:nvSpPr>
        <p:spPr>
          <a:xfrm xmlns:a="http://schemas.openxmlformats.org/drawingml/2006/main">
            <a:off x="647700" y="533400"/>
            <a:ext cx="160401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GRESEALA FRECVENTA</a:t>
            </a:r>
          </a:p>
        </p:txBody>
      </p:sp>
      <p:sp>
        <p:nvSpPr>
          <p:cNvPr id="4" name="">
            <a:extLst xmlns:a="http://schemas.openxmlformats.org/drawingml/2006/main">
              <a:ext uri="{FF2B5EF4-FFF2-40B4-BE49-F238E27FC236}">
                <a16:creationId xmlns:a16="http://schemas.microsoft.com/office/drawing/2014/main" id="{18B76FAF-B677-4787-95BA-51654C8A9297}"/>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Agentii interesanti nu sunt automat agenti utili</a:t>
            </a:r>
          </a:p>
        </p:txBody>
      </p:sp>
      <p:sp>
        <p:nvSpPr>
          <p:cNvPr id="5" name="">
            <a:extLst xmlns:a="http://schemas.openxmlformats.org/drawingml/2006/main">
              <a:ext uri="{FF2B5EF4-FFF2-40B4-BE49-F238E27FC236}">
                <a16:creationId xmlns:a16="http://schemas.microsoft.com/office/drawing/2014/main" id="{426BF6E1-6A1D-4061-A9C4-926CC83CB4A3}"/>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Agentul trebuie legat de timp pierdut, volum, erori sau personalizare.</a:t>
            </a:r>
          </a:p>
        </p:txBody>
      </p:sp>
      <p:sp>
        <p:nvSpPr>
          <p:cNvPr id="6" name="">
            <a:extLst xmlns:a="http://schemas.openxmlformats.org/drawingml/2006/main">
              <a:ext uri="{FF2B5EF4-FFF2-40B4-BE49-F238E27FC236}">
                <a16:creationId xmlns:a16="http://schemas.microsoft.com/office/drawing/2014/main" id="{923CCBC5-5CCA-4F05-AF7A-96DAE8114400}"/>
              </a:ext>
            </a:extLst>
          </p:cNvPr>
          <p:cNvSpPr>
            <a:spLocks xmlns:a="http://schemas.openxmlformats.org/drawingml/2006/main" noGrp="1"/>
          </p:cNvSpPr>
          <p:nvPr/>
        </p:nvSpPr>
        <p:spPr>
          <a:xfrm xmlns:a="http://schemas.openxmlformats.org/drawingml/2006/main">
            <a:off x="895350" y="2343150"/>
            <a:ext cx="4857750" cy="2743200"/>
          </a:xfrm>
          <a:prstGeom xmlns:a="http://schemas.openxmlformats.org/drawingml/2006/main" prst="roundRect">
            <a:avLst>
              <a:gd name="adj" fmla="val 5556"/>
            </a:avLst>
          </a:prstGeom>
          <a:solidFill xmlns:a="http://schemas.openxmlformats.org/drawingml/2006/main">
            <a:srgbClr val="FEF2F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D734B09-D978-4B68-870C-8364A5DAA1EF}"/>
              </a:ext>
            </a:extLst>
          </p:cNvPr>
          <p:cNvSpPr>
            <a:spLocks xmlns:a="http://schemas.openxmlformats.org/drawingml/2006/main" noGrp="1"/>
          </p:cNvSpPr>
          <p:nvPr/>
        </p:nvSpPr>
        <p:spPr>
          <a:xfrm xmlns:a="http://schemas.openxmlformats.org/drawingml/2006/main">
            <a:off x="120015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i="0">
                <a:solidFill>
                  <a:srgbClr val="B91C1C"/>
                </a:solidFill>
                <a:latin typeface="Onest"/>
                <a:ea typeface="Onest"/>
                <a:cs typeface="Onest"/>
              </a:defRPr>
            </a:pPr>
            <a:r>
              <a:rPr sz="1950" b="1" i="0">
                <a:solidFill>
                  <a:srgbClr val="B91C1C"/>
                </a:solidFill>
                <a:latin typeface="Onest"/>
                <a:ea typeface="Onest"/>
                <a:cs typeface="Onest"/>
              </a:rPr>
              <a:t>Spectaculos, dar rupt de business</a:t>
            </a:r>
          </a:p>
        </p:txBody>
      </p:sp>
      <p:sp>
        <p:nvSpPr>
          <p:cNvPr id="8" name="">
            <a:extLst xmlns:a="http://schemas.openxmlformats.org/drawingml/2006/main">
              <a:ext uri="{FF2B5EF4-FFF2-40B4-BE49-F238E27FC236}">
                <a16:creationId xmlns:a16="http://schemas.microsoft.com/office/drawing/2014/main" id="{FB12F786-A4E0-410B-89BF-6AF90CE21551}"/>
              </a:ext>
            </a:extLst>
          </p:cNvPr>
          <p:cNvSpPr>
            <a:spLocks xmlns:a="http://schemas.openxmlformats.org/drawingml/2006/main" noGrp="1"/>
          </p:cNvSpPr>
          <p:nvPr/>
        </p:nvSpPr>
        <p:spPr>
          <a:xfrm xmlns:a="http://schemas.openxmlformats.org/drawingml/2006/main">
            <a:off x="1257300" y="33718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9" name="">
            <a:extLst xmlns:a="http://schemas.openxmlformats.org/drawingml/2006/main">
              <a:ext uri="{FF2B5EF4-FFF2-40B4-BE49-F238E27FC236}">
                <a16:creationId xmlns:a16="http://schemas.microsoft.com/office/drawing/2014/main" id="{F58DA6ED-0F1C-4C83-8F51-6188022C6350}"/>
              </a:ext>
            </a:extLst>
          </p:cNvPr>
          <p:cNvSpPr>
            <a:spLocks xmlns:a="http://schemas.openxmlformats.org/drawingml/2006/main" noGrp="1"/>
          </p:cNvSpPr>
          <p:nvPr/>
        </p:nvSpPr>
        <p:spPr>
          <a:xfrm xmlns:a="http://schemas.openxmlformats.org/drawingml/2006/main">
            <a:off x="1581150" y="335280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0F172A"/>
                </a:solidFill>
                <a:latin typeface="Onest"/>
                <a:ea typeface="Onest"/>
                <a:cs typeface="Onest"/>
              </a:defRPr>
            </a:pPr>
            <a:r>
              <a:rPr sz="1350" b="0" i="0">
                <a:solidFill>
                  <a:srgbClr val="0F172A"/>
                </a:solidFill>
                <a:latin typeface="Onest"/>
                <a:ea typeface="Onest"/>
                <a:cs typeface="Onest"/>
              </a:rPr>
              <a:t>face rezumate fara owner</a:t>
            </a:r>
          </a:p>
        </p:txBody>
      </p:sp>
      <p:sp>
        <p:nvSpPr>
          <p:cNvPr id="10" name="">
            <a:extLst xmlns:a="http://schemas.openxmlformats.org/drawingml/2006/main">
              <a:ext uri="{FF2B5EF4-FFF2-40B4-BE49-F238E27FC236}">
                <a16:creationId xmlns:a16="http://schemas.microsoft.com/office/drawing/2014/main" id="{E75F4DB1-FB6D-4388-8FCC-E2FD249A29A9}"/>
              </a:ext>
            </a:extLst>
          </p:cNvPr>
          <p:cNvSpPr>
            <a:spLocks xmlns:a="http://schemas.openxmlformats.org/drawingml/2006/main" noGrp="1"/>
          </p:cNvSpPr>
          <p:nvPr/>
        </p:nvSpPr>
        <p:spPr>
          <a:xfrm xmlns:a="http://schemas.openxmlformats.org/drawingml/2006/main">
            <a:off x="1257300" y="38671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11" name="">
            <a:extLst xmlns:a="http://schemas.openxmlformats.org/drawingml/2006/main">
              <a:ext uri="{FF2B5EF4-FFF2-40B4-BE49-F238E27FC236}">
                <a16:creationId xmlns:a16="http://schemas.microsoft.com/office/drawing/2014/main" id="{1D5C2A02-5469-42CD-BCD7-1C61070B4F31}"/>
              </a:ext>
            </a:extLst>
          </p:cNvPr>
          <p:cNvSpPr>
            <a:spLocks xmlns:a="http://schemas.openxmlformats.org/drawingml/2006/main" noGrp="1"/>
          </p:cNvSpPr>
          <p:nvPr/>
        </p:nvSpPr>
        <p:spPr>
          <a:xfrm xmlns:a="http://schemas.openxmlformats.org/drawingml/2006/main">
            <a:off x="1581150" y="384810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0F172A"/>
                </a:solidFill>
                <a:latin typeface="Onest"/>
                <a:ea typeface="Onest"/>
                <a:cs typeface="Onest"/>
              </a:defRPr>
            </a:pPr>
            <a:r>
              <a:rPr sz="1350" b="0" i="0">
                <a:solidFill>
                  <a:srgbClr val="0F172A"/>
                </a:solidFill>
                <a:latin typeface="Onest"/>
                <a:ea typeface="Onest"/>
                <a:cs typeface="Onest"/>
              </a:rPr>
              <a:t>genereaza rapoarte pe care nimeni nu le cere</a:t>
            </a:r>
          </a:p>
        </p:txBody>
      </p:sp>
      <p:sp>
        <p:nvSpPr>
          <p:cNvPr id="12" name="">
            <a:extLst xmlns:a="http://schemas.openxmlformats.org/drawingml/2006/main">
              <a:ext uri="{FF2B5EF4-FFF2-40B4-BE49-F238E27FC236}">
                <a16:creationId xmlns:a16="http://schemas.microsoft.com/office/drawing/2014/main" id="{5A65B76E-7C88-4C4F-88B5-120EDF08B8F1}"/>
              </a:ext>
            </a:extLst>
          </p:cNvPr>
          <p:cNvSpPr>
            <a:spLocks xmlns:a="http://schemas.openxmlformats.org/drawingml/2006/main" noGrp="1"/>
          </p:cNvSpPr>
          <p:nvPr/>
        </p:nvSpPr>
        <p:spPr>
          <a:xfrm xmlns:a="http://schemas.openxmlformats.org/drawingml/2006/main">
            <a:off x="1257300" y="43624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13" name="">
            <a:extLst xmlns:a="http://schemas.openxmlformats.org/drawingml/2006/main">
              <a:ext uri="{FF2B5EF4-FFF2-40B4-BE49-F238E27FC236}">
                <a16:creationId xmlns:a16="http://schemas.microsoft.com/office/drawing/2014/main" id="{C7999E11-11C8-4D43-8E9B-82B3C5C4827D}"/>
              </a:ext>
            </a:extLst>
          </p:cNvPr>
          <p:cNvSpPr>
            <a:spLocks xmlns:a="http://schemas.openxmlformats.org/drawingml/2006/main" noGrp="1"/>
          </p:cNvSpPr>
          <p:nvPr/>
        </p:nvSpPr>
        <p:spPr>
          <a:xfrm xmlns:a="http://schemas.openxmlformats.org/drawingml/2006/main">
            <a:off x="1581150" y="434340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0F172A"/>
                </a:solidFill>
                <a:latin typeface="Onest"/>
                <a:ea typeface="Onest"/>
                <a:cs typeface="Onest"/>
              </a:defRPr>
            </a:pPr>
            <a:r>
              <a:rPr sz="1350" b="0" i="0">
                <a:solidFill>
                  <a:srgbClr val="0F172A"/>
                </a:solidFill>
                <a:latin typeface="Onest"/>
                <a:ea typeface="Onest"/>
                <a:cs typeface="Onest"/>
              </a:rPr>
              <a:t>automatizeaza un pas care nu blocheaza nimic</a:t>
            </a:r>
          </a:p>
        </p:txBody>
      </p:sp>
      <p:sp>
        <p:nvSpPr>
          <p:cNvPr id="14" name="">
            <a:extLst xmlns:a="http://schemas.openxmlformats.org/drawingml/2006/main">
              <a:ext uri="{FF2B5EF4-FFF2-40B4-BE49-F238E27FC236}">
                <a16:creationId xmlns:a16="http://schemas.microsoft.com/office/drawing/2014/main" id="{EB48F0D8-FA1D-439B-BED9-9A1B2655CECF}"/>
              </a:ext>
            </a:extLst>
          </p:cNvPr>
          <p:cNvSpPr>
            <a:spLocks xmlns:a="http://schemas.openxmlformats.org/drawingml/2006/main" noGrp="1"/>
          </p:cNvSpPr>
          <p:nvPr/>
        </p:nvSpPr>
        <p:spPr>
          <a:xfrm xmlns:a="http://schemas.openxmlformats.org/drawingml/2006/main">
            <a:off x="6438900" y="2343150"/>
            <a:ext cx="4857750" cy="2743200"/>
          </a:xfrm>
          <a:prstGeom xmlns:a="http://schemas.openxmlformats.org/drawingml/2006/main" prst="roundRect">
            <a:avLst>
              <a:gd name="adj" fmla="val 5556"/>
            </a:avLst>
          </a:prstGeom>
          <a:solidFill xmlns:a="http://schemas.openxmlformats.org/drawingml/2006/main">
            <a:srgbClr val="F0FDF4"/>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8863B77E-A055-47F3-84CF-4877BEC2C6C5}"/>
              </a:ext>
            </a:extLst>
          </p:cNvPr>
          <p:cNvSpPr>
            <a:spLocks xmlns:a="http://schemas.openxmlformats.org/drawingml/2006/main" noGrp="1"/>
          </p:cNvSpPr>
          <p:nvPr/>
        </p:nvSpPr>
        <p:spPr>
          <a:xfrm xmlns:a="http://schemas.openxmlformats.org/drawingml/2006/main">
            <a:off x="674370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i="0">
                <a:solidFill>
                  <a:srgbClr val="15803D"/>
                </a:solidFill>
                <a:latin typeface="Onest"/>
                <a:ea typeface="Onest"/>
                <a:cs typeface="Onest"/>
              </a:defRPr>
            </a:pPr>
            <a:r>
              <a:rPr sz="1950" b="1" i="0">
                <a:solidFill>
                  <a:srgbClr val="15803D"/>
                </a:solidFill>
                <a:latin typeface="Onest"/>
                <a:ea typeface="Onest"/>
                <a:cs typeface="Onest"/>
              </a:rPr>
              <a:t>Util, pentru ca muta un blocaj</a:t>
            </a:r>
          </a:p>
        </p:txBody>
      </p:sp>
      <p:sp>
        <p:nvSpPr>
          <p:cNvPr id="16" name="">
            <a:extLst xmlns:a="http://schemas.openxmlformats.org/drawingml/2006/main">
              <a:ext uri="{FF2B5EF4-FFF2-40B4-BE49-F238E27FC236}">
                <a16:creationId xmlns:a16="http://schemas.microsoft.com/office/drawing/2014/main" id="{6D32E004-AEA4-48FD-9B57-95A9C2787C68}"/>
              </a:ext>
            </a:extLst>
          </p:cNvPr>
          <p:cNvSpPr>
            <a:spLocks xmlns:a="http://schemas.openxmlformats.org/drawingml/2006/main" noGrp="1"/>
          </p:cNvSpPr>
          <p:nvPr/>
        </p:nvSpPr>
        <p:spPr>
          <a:xfrm xmlns:a="http://schemas.openxmlformats.org/drawingml/2006/main">
            <a:off x="6800850" y="33718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17" name="">
            <a:extLst xmlns:a="http://schemas.openxmlformats.org/drawingml/2006/main">
              <a:ext uri="{FF2B5EF4-FFF2-40B4-BE49-F238E27FC236}">
                <a16:creationId xmlns:a16="http://schemas.microsoft.com/office/drawing/2014/main" id="{7B7372E6-89F3-43AA-AA28-01B994E15737}"/>
              </a:ext>
            </a:extLst>
          </p:cNvPr>
          <p:cNvSpPr>
            <a:spLocks xmlns:a="http://schemas.openxmlformats.org/drawingml/2006/main" noGrp="1"/>
          </p:cNvSpPr>
          <p:nvPr/>
        </p:nvSpPr>
        <p:spPr>
          <a:xfrm xmlns:a="http://schemas.openxmlformats.org/drawingml/2006/main">
            <a:off x="7124700" y="335280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0F172A"/>
                </a:solidFill>
                <a:latin typeface="Onest"/>
                <a:ea typeface="Onest"/>
                <a:cs typeface="Onest"/>
              </a:defRPr>
            </a:pPr>
            <a:r>
              <a:rPr sz="1350" b="0" i="0">
                <a:solidFill>
                  <a:srgbClr val="0F172A"/>
                </a:solidFill>
                <a:latin typeface="Onest"/>
                <a:ea typeface="Onest"/>
                <a:cs typeface="Onest"/>
              </a:rPr>
              <a:t>gaseste contacte publice si le documenteaza</a:t>
            </a:r>
          </a:p>
        </p:txBody>
      </p:sp>
      <p:sp>
        <p:nvSpPr>
          <p:cNvPr id="18" name="">
            <a:extLst xmlns:a="http://schemas.openxmlformats.org/drawingml/2006/main">
              <a:ext uri="{FF2B5EF4-FFF2-40B4-BE49-F238E27FC236}">
                <a16:creationId xmlns:a16="http://schemas.microsoft.com/office/drawing/2014/main" id="{3CE94AA3-22CF-42CB-A95D-5F588349AE74}"/>
              </a:ext>
            </a:extLst>
          </p:cNvPr>
          <p:cNvSpPr>
            <a:spLocks xmlns:a="http://schemas.openxmlformats.org/drawingml/2006/main" noGrp="1"/>
          </p:cNvSpPr>
          <p:nvPr/>
        </p:nvSpPr>
        <p:spPr>
          <a:xfrm xmlns:a="http://schemas.openxmlformats.org/drawingml/2006/main">
            <a:off x="6800850" y="38671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19" name="">
            <a:extLst xmlns:a="http://schemas.openxmlformats.org/drawingml/2006/main">
              <a:ext uri="{FF2B5EF4-FFF2-40B4-BE49-F238E27FC236}">
                <a16:creationId xmlns:a16="http://schemas.microsoft.com/office/drawing/2014/main" id="{80C679F4-7FE0-46D4-BE09-4A25DBCED19D}"/>
              </a:ext>
            </a:extLst>
          </p:cNvPr>
          <p:cNvSpPr>
            <a:spLocks xmlns:a="http://schemas.openxmlformats.org/drawingml/2006/main" noGrp="1"/>
          </p:cNvSpPr>
          <p:nvPr/>
        </p:nvSpPr>
        <p:spPr>
          <a:xfrm xmlns:a="http://schemas.openxmlformats.org/drawingml/2006/main">
            <a:off x="7124700" y="384810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0F172A"/>
                </a:solidFill>
                <a:latin typeface="Onest"/>
                <a:ea typeface="Onest"/>
                <a:cs typeface="Onest"/>
              </a:defRPr>
            </a:pPr>
            <a:r>
              <a:rPr sz="1350" b="0" i="0">
                <a:solidFill>
                  <a:srgbClr val="0F172A"/>
                </a:solidFill>
                <a:latin typeface="Onest"/>
                <a:ea typeface="Onest"/>
                <a:cs typeface="Onest"/>
              </a:rPr>
              <a:t>scrie emailuri personalizate pe context</a:t>
            </a:r>
          </a:p>
        </p:txBody>
      </p:sp>
      <p:sp>
        <p:nvSpPr>
          <p:cNvPr id="20" name="">
            <a:extLst xmlns:a="http://schemas.openxmlformats.org/drawingml/2006/main">
              <a:ext uri="{FF2B5EF4-FFF2-40B4-BE49-F238E27FC236}">
                <a16:creationId xmlns:a16="http://schemas.microsoft.com/office/drawing/2014/main" id="{E6B3E76E-6298-4848-A95E-68D72C3E03D1}"/>
              </a:ext>
            </a:extLst>
          </p:cNvPr>
          <p:cNvSpPr>
            <a:spLocks xmlns:a="http://schemas.openxmlformats.org/drawingml/2006/main" noGrp="1"/>
          </p:cNvSpPr>
          <p:nvPr/>
        </p:nvSpPr>
        <p:spPr>
          <a:xfrm xmlns:a="http://schemas.openxmlformats.org/drawingml/2006/main">
            <a:off x="6800850" y="43624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21" name="">
            <a:extLst xmlns:a="http://schemas.openxmlformats.org/drawingml/2006/main">
              <a:ext uri="{FF2B5EF4-FFF2-40B4-BE49-F238E27FC236}">
                <a16:creationId xmlns:a16="http://schemas.microsoft.com/office/drawing/2014/main" id="{2EFD0BBF-02BE-42A2-A5B3-BC1E1D501DD8}"/>
              </a:ext>
            </a:extLst>
          </p:cNvPr>
          <p:cNvSpPr>
            <a:spLocks xmlns:a="http://schemas.openxmlformats.org/drawingml/2006/main" noGrp="1"/>
          </p:cNvSpPr>
          <p:nvPr/>
        </p:nvSpPr>
        <p:spPr>
          <a:xfrm xmlns:a="http://schemas.openxmlformats.org/drawingml/2006/main">
            <a:off x="7124700" y="434340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0F172A"/>
                </a:solidFill>
                <a:latin typeface="Onest"/>
                <a:ea typeface="Onest"/>
                <a:cs typeface="Onest"/>
              </a:defRPr>
            </a:pPr>
            <a:r>
              <a:rPr sz="1350" b="0" i="0">
                <a:solidFill>
                  <a:srgbClr val="0F172A"/>
                </a:solidFill>
                <a:latin typeface="Onest"/>
                <a:ea typeface="Onest"/>
                <a:cs typeface="Onest"/>
              </a:rPr>
              <a:t>opreste trimiterea cand apar erori sau bounces</a:t>
            </a:r>
          </a:p>
        </p:txBody>
      </p:sp>
    </p:spTree>
    <p:extLst>
      <p:ext uri="{BB962C8B-B14F-4D97-AF65-F5344CB8AC3E}">
        <p14:creationId xmlns:p14="http://schemas.microsoft.com/office/powerpoint/2010/main" val="17272277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372B832-A2E6-49E6-898F-7E4B4D5ADDDF}"/>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04 / 30</a:t>
            </a:r>
          </a:p>
        </p:txBody>
      </p:sp>
      <p:sp>
        <p:nvSpPr>
          <p:cNvPr id="2" name="">
            <a:extLst xmlns:a="http://schemas.openxmlformats.org/drawingml/2006/main">
              <a:ext uri="{FF2B5EF4-FFF2-40B4-BE49-F238E27FC236}">
                <a16:creationId xmlns:a16="http://schemas.microsoft.com/office/drawing/2014/main" id="{F172E102-1E8A-476E-8725-A77CE70F1985}"/>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13CA04-D87F-4041-9AE9-38066C1366DF}"/>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DE CE?</a:t>
            </a:r>
          </a:p>
        </p:txBody>
      </p:sp>
      <p:sp>
        <p:nvSpPr>
          <p:cNvPr id="4" name="">
            <a:extLst xmlns:a="http://schemas.openxmlformats.org/drawingml/2006/main">
              <a:ext uri="{FF2B5EF4-FFF2-40B4-BE49-F238E27FC236}">
                <a16:creationId xmlns:a16="http://schemas.microsoft.com/office/drawing/2014/main" id="{3EB50EB5-1953-4993-A1AB-C41DB33762FE}"/>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Intrebarea «De ce?» taie jumatate din confuzie</a:t>
            </a:r>
          </a:p>
        </p:txBody>
      </p:sp>
      <p:sp>
        <p:nvSpPr>
          <p:cNvPr id="5" name="">
            <a:extLst xmlns:a="http://schemas.openxmlformats.org/drawingml/2006/main">
              <a:ext uri="{FF2B5EF4-FFF2-40B4-BE49-F238E27FC236}">
                <a16:creationId xmlns:a16="http://schemas.microsoft.com/office/drawing/2014/main" id="{52BAF673-20DA-4146-8A43-D07B9626EBFA}"/>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Un agent bun trebuie sa aiba un motiv operational, nu doar o demonstratie tehnica.</a:t>
            </a:r>
          </a:p>
        </p:txBody>
      </p:sp>
      <p:sp>
        <p:nvSpPr>
          <p:cNvPr id="6" name="">
            <a:extLst xmlns:a="http://schemas.openxmlformats.org/drawingml/2006/main">
              <a:ext uri="{FF2B5EF4-FFF2-40B4-BE49-F238E27FC236}">
                <a16:creationId xmlns:a16="http://schemas.microsoft.com/office/drawing/2014/main" id="{E9D15FA1-FA05-4460-86B7-25C736EE0F9B}"/>
              </a:ext>
            </a:extLst>
          </p:cNvPr>
          <p:cNvSpPr>
            <a:spLocks xmlns:a="http://schemas.openxmlformats.org/drawingml/2006/main" noGrp="1"/>
          </p:cNvSpPr>
          <p:nvPr/>
        </p:nvSpPr>
        <p:spPr>
          <a:xfrm xmlns:a="http://schemas.openxmlformats.org/drawingml/2006/main">
            <a:off x="990600" y="23812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Unde merita sa cauti automatizare</a:t>
            </a:r>
          </a:p>
        </p:txBody>
      </p:sp>
      <p:sp>
        <p:nvSpPr>
          <p:cNvPr id="7" name="">
            <a:extLst xmlns:a="http://schemas.openxmlformats.org/drawingml/2006/main">
              <a:ext uri="{FF2B5EF4-FFF2-40B4-BE49-F238E27FC236}">
                <a16:creationId xmlns:a16="http://schemas.microsoft.com/office/drawing/2014/main" id="{8689959A-7773-410E-A724-D22C195B01E6}"/>
              </a:ext>
            </a:extLst>
          </p:cNvPr>
          <p:cNvSpPr>
            <a:spLocks xmlns:a="http://schemas.openxmlformats.org/drawingml/2006/main" noGrp="1"/>
          </p:cNvSpPr>
          <p:nvPr/>
        </p:nvSpPr>
        <p:spPr>
          <a:xfrm xmlns:a="http://schemas.openxmlformats.org/drawingml/2006/main">
            <a:off x="990600" y="299085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Timp pierdut</a:t>
            </a:r>
          </a:p>
        </p:txBody>
      </p:sp>
      <p:sp>
        <p:nvSpPr>
          <p:cNvPr id="8" name="">
            <a:extLst xmlns:a="http://schemas.openxmlformats.org/drawingml/2006/main">
              <a:ext uri="{FF2B5EF4-FFF2-40B4-BE49-F238E27FC236}">
                <a16:creationId xmlns:a16="http://schemas.microsoft.com/office/drawing/2014/main" id="{6C301A05-DF16-47F2-BDE8-3B15388376DE}"/>
              </a:ext>
            </a:extLst>
          </p:cNvPr>
          <p:cNvSpPr>
            <a:spLocks xmlns:a="http://schemas.openxmlformats.org/drawingml/2006/main" noGrp="1"/>
          </p:cNvSpPr>
          <p:nvPr/>
        </p:nvSpPr>
        <p:spPr>
          <a:xfrm xmlns:a="http://schemas.openxmlformats.org/drawingml/2006/main">
            <a:off x="2724150" y="2914650"/>
            <a:ext cx="2914650" cy="381000"/>
          </a:xfrm>
          <a:prstGeom xmlns:a="http://schemas.openxmlformats.org/drawingml/2006/main" prst="roundRect">
            <a:avLst>
              <a:gd name="adj" fmla="val 20000"/>
            </a:avLst>
          </a:prstGeom>
          <a:solidFill xmlns:a="http://schemas.openxmlformats.org/drawingml/2006/main">
            <a:srgbClr val="2D52D4"/>
          </a:solidFill>
          <a:ln xmlns:a="http://schemas.openxmlformats.org/drawingml/2006/main" w="9525">
            <a:solidFill>
              <a:srgbClr val="2D52D4"/>
            </a:solidFill>
            <a:prstDash val="solid"/>
          </a:ln>
        </p:spPr>
      </p:sp>
      <p:sp>
        <p:nvSpPr>
          <p:cNvPr id="9" name="">
            <a:extLst xmlns:a="http://schemas.openxmlformats.org/drawingml/2006/main">
              <a:ext uri="{FF2B5EF4-FFF2-40B4-BE49-F238E27FC236}">
                <a16:creationId xmlns:a16="http://schemas.microsoft.com/office/drawing/2014/main" id="{EA64EDF3-E65E-4A01-A479-067EE950DE4E}"/>
              </a:ext>
            </a:extLst>
          </p:cNvPr>
          <p:cNvSpPr>
            <a:spLocks xmlns:a="http://schemas.openxmlformats.org/drawingml/2006/main" noGrp="1"/>
          </p:cNvSpPr>
          <p:nvPr/>
        </p:nvSpPr>
        <p:spPr>
          <a:xfrm xmlns:a="http://schemas.openxmlformats.org/drawingml/2006/main">
            <a:off x="5734050" y="2971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425" b="1" i="0">
                <a:solidFill>
                  <a:srgbClr val="2D52D4"/>
                </a:solidFill>
                <a:latin typeface="Onest"/>
                <a:ea typeface="Onest"/>
                <a:cs typeface="Onest"/>
              </a:defRPr>
            </a:pPr>
            <a:r>
              <a:rPr sz="1425" b="1" i="0">
                <a:solidFill>
                  <a:srgbClr val="2D52D4"/>
                </a:solidFill>
                <a:latin typeface="Onest"/>
                <a:ea typeface="Onest"/>
                <a:cs typeface="Onest"/>
              </a:rPr>
              <a:t>9/10</a:t>
            </a:r>
          </a:p>
        </p:txBody>
      </p:sp>
      <p:sp>
        <p:nvSpPr>
          <p:cNvPr id="10" name="">
            <a:extLst xmlns:a="http://schemas.openxmlformats.org/drawingml/2006/main">
              <a:ext uri="{FF2B5EF4-FFF2-40B4-BE49-F238E27FC236}">
                <a16:creationId xmlns:a16="http://schemas.microsoft.com/office/drawing/2014/main" id="{150190AD-EA05-4047-9D44-70B124F26EBD}"/>
              </a:ext>
            </a:extLst>
          </p:cNvPr>
          <p:cNvSpPr>
            <a:spLocks xmlns:a="http://schemas.openxmlformats.org/drawingml/2006/main" noGrp="1"/>
          </p:cNvSpPr>
          <p:nvPr/>
        </p:nvSpPr>
        <p:spPr>
          <a:xfrm xmlns:a="http://schemas.openxmlformats.org/drawingml/2006/main">
            <a:off x="990600" y="352425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Volum</a:t>
            </a:r>
          </a:p>
        </p:txBody>
      </p:sp>
      <p:sp>
        <p:nvSpPr>
          <p:cNvPr id="11" name="">
            <a:extLst xmlns:a="http://schemas.openxmlformats.org/drawingml/2006/main">
              <a:ext uri="{FF2B5EF4-FFF2-40B4-BE49-F238E27FC236}">
                <a16:creationId xmlns:a16="http://schemas.microsoft.com/office/drawing/2014/main" id="{85A16BAF-ED31-4590-B849-48E291C6ADCC}"/>
              </a:ext>
            </a:extLst>
          </p:cNvPr>
          <p:cNvSpPr>
            <a:spLocks xmlns:a="http://schemas.openxmlformats.org/drawingml/2006/main" noGrp="1"/>
          </p:cNvSpPr>
          <p:nvPr/>
        </p:nvSpPr>
        <p:spPr>
          <a:xfrm xmlns:a="http://schemas.openxmlformats.org/drawingml/2006/main">
            <a:off x="2724150" y="3448050"/>
            <a:ext cx="2590800" cy="381000"/>
          </a:xfrm>
          <a:prstGeom xmlns:a="http://schemas.openxmlformats.org/drawingml/2006/main" prst="roundRect">
            <a:avLst>
              <a:gd name="adj" fmla="val 20000"/>
            </a:avLst>
          </a:prstGeom>
          <a:solidFill xmlns:a="http://schemas.openxmlformats.org/drawingml/2006/main">
            <a:srgbClr val="2D52D4"/>
          </a:solidFill>
          <a:ln xmlns:a="http://schemas.openxmlformats.org/drawingml/2006/main" w="9525">
            <a:solidFill>
              <a:srgbClr val="2D52D4"/>
            </a:solidFill>
            <a:prstDash val="solid"/>
          </a:ln>
        </p:spPr>
      </p:sp>
      <p:sp>
        <p:nvSpPr>
          <p:cNvPr id="12" name="">
            <a:extLst xmlns:a="http://schemas.openxmlformats.org/drawingml/2006/main">
              <a:ext uri="{FF2B5EF4-FFF2-40B4-BE49-F238E27FC236}">
                <a16:creationId xmlns:a16="http://schemas.microsoft.com/office/drawing/2014/main" id="{C07B5C93-8C4B-4011-A1D9-3F74C43A5571}"/>
              </a:ext>
            </a:extLst>
          </p:cNvPr>
          <p:cNvSpPr>
            <a:spLocks xmlns:a="http://schemas.openxmlformats.org/drawingml/2006/main" noGrp="1"/>
          </p:cNvSpPr>
          <p:nvPr/>
        </p:nvSpPr>
        <p:spPr>
          <a:xfrm xmlns:a="http://schemas.openxmlformats.org/drawingml/2006/main">
            <a:off x="5734050" y="3505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425" b="1" i="0">
                <a:solidFill>
                  <a:srgbClr val="2D52D4"/>
                </a:solidFill>
                <a:latin typeface="Onest"/>
                <a:ea typeface="Onest"/>
                <a:cs typeface="Onest"/>
              </a:defRPr>
            </a:pPr>
            <a:r>
              <a:rPr sz="1425" b="1" i="0">
                <a:solidFill>
                  <a:srgbClr val="2D52D4"/>
                </a:solidFill>
                <a:latin typeface="Onest"/>
                <a:ea typeface="Onest"/>
                <a:cs typeface="Onest"/>
              </a:rPr>
              <a:t>8/10</a:t>
            </a:r>
          </a:p>
        </p:txBody>
      </p:sp>
      <p:sp>
        <p:nvSpPr>
          <p:cNvPr id="13" name="">
            <a:extLst xmlns:a="http://schemas.openxmlformats.org/drawingml/2006/main">
              <a:ext uri="{FF2B5EF4-FFF2-40B4-BE49-F238E27FC236}">
                <a16:creationId xmlns:a16="http://schemas.microsoft.com/office/drawing/2014/main" id="{645CA309-750A-4EFB-AD80-C9E56C4D1B96}"/>
              </a:ext>
            </a:extLst>
          </p:cNvPr>
          <p:cNvSpPr>
            <a:spLocks xmlns:a="http://schemas.openxmlformats.org/drawingml/2006/main" noGrp="1"/>
          </p:cNvSpPr>
          <p:nvPr/>
        </p:nvSpPr>
        <p:spPr>
          <a:xfrm xmlns:a="http://schemas.openxmlformats.org/drawingml/2006/main">
            <a:off x="990600" y="405765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Erori</a:t>
            </a:r>
          </a:p>
        </p:txBody>
      </p:sp>
      <p:sp>
        <p:nvSpPr>
          <p:cNvPr id="14" name="">
            <a:extLst xmlns:a="http://schemas.openxmlformats.org/drawingml/2006/main">
              <a:ext uri="{FF2B5EF4-FFF2-40B4-BE49-F238E27FC236}">
                <a16:creationId xmlns:a16="http://schemas.microsoft.com/office/drawing/2014/main" id="{A07FB93A-6195-401E-AD9F-4A647FB0F0CF}"/>
              </a:ext>
            </a:extLst>
          </p:cNvPr>
          <p:cNvSpPr>
            <a:spLocks xmlns:a="http://schemas.openxmlformats.org/drawingml/2006/main" noGrp="1"/>
          </p:cNvSpPr>
          <p:nvPr/>
        </p:nvSpPr>
        <p:spPr>
          <a:xfrm xmlns:a="http://schemas.openxmlformats.org/drawingml/2006/main">
            <a:off x="2724150" y="3981450"/>
            <a:ext cx="2266950" cy="381000"/>
          </a:xfrm>
          <a:prstGeom xmlns:a="http://schemas.openxmlformats.org/drawingml/2006/main" prst="roundRect">
            <a:avLst>
              <a:gd name="adj" fmla="val 20000"/>
            </a:avLst>
          </a:prstGeom>
          <a:solidFill xmlns:a="http://schemas.openxmlformats.org/drawingml/2006/main">
            <a:srgbClr val="2D52D4"/>
          </a:solidFill>
          <a:ln xmlns:a="http://schemas.openxmlformats.org/drawingml/2006/main" w="9525">
            <a:solidFill>
              <a:srgbClr val="2D52D4"/>
            </a:solidFill>
            <a:prstDash val="solid"/>
          </a:ln>
        </p:spPr>
      </p:sp>
      <p:sp>
        <p:nvSpPr>
          <p:cNvPr id="15" name="">
            <a:extLst xmlns:a="http://schemas.openxmlformats.org/drawingml/2006/main">
              <a:ext uri="{FF2B5EF4-FFF2-40B4-BE49-F238E27FC236}">
                <a16:creationId xmlns:a16="http://schemas.microsoft.com/office/drawing/2014/main" id="{252612DA-622A-4E78-86C9-5253E79294AF}"/>
              </a:ext>
            </a:extLst>
          </p:cNvPr>
          <p:cNvSpPr>
            <a:spLocks xmlns:a="http://schemas.openxmlformats.org/drawingml/2006/main" noGrp="1"/>
          </p:cNvSpPr>
          <p:nvPr/>
        </p:nvSpPr>
        <p:spPr>
          <a:xfrm xmlns:a="http://schemas.openxmlformats.org/drawingml/2006/main">
            <a:off x="5734050" y="40386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425" b="1" i="0">
                <a:solidFill>
                  <a:srgbClr val="2D52D4"/>
                </a:solidFill>
                <a:latin typeface="Onest"/>
                <a:ea typeface="Onest"/>
                <a:cs typeface="Onest"/>
              </a:defRPr>
            </a:pPr>
            <a:r>
              <a:rPr sz="1425" b="1" i="0">
                <a:solidFill>
                  <a:srgbClr val="2D52D4"/>
                </a:solidFill>
                <a:latin typeface="Onest"/>
                <a:ea typeface="Onest"/>
                <a:cs typeface="Onest"/>
              </a:rPr>
              <a:t>7/10</a:t>
            </a:r>
          </a:p>
        </p:txBody>
      </p:sp>
      <p:sp>
        <p:nvSpPr>
          <p:cNvPr id="16" name="">
            <a:extLst xmlns:a="http://schemas.openxmlformats.org/drawingml/2006/main">
              <a:ext uri="{FF2B5EF4-FFF2-40B4-BE49-F238E27FC236}">
                <a16:creationId xmlns:a16="http://schemas.microsoft.com/office/drawing/2014/main" id="{E6313B44-A783-45A3-82F2-65015931C54D}"/>
              </a:ext>
            </a:extLst>
          </p:cNvPr>
          <p:cNvSpPr>
            <a:spLocks xmlns:a="http://schemas.openxmlformats.org/drawingml/2006/main" noGrp="1"/>
          </p:cNvSpPr>
          <p:nvPr/>
        </p:nvSpPr>
        <p:spPr>
          <a:xfrm xmlns:a="http://schemas.openxmlformats.org/drawingml/2006/main">
            <a:off x="990600" y="459105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Personalizare</a:t>
            </a:r>
          </a:p>
        </p:txBody>
      </p:sp>
      <p:sp>
        <p:nvSpPr>
          <p:cNvPr id="17" name="">
            <a:extLst xmlns:a="http://schemas.openxmlformats.org/drawingml/2006/main">
              <a:ext uri="{FF2B5EF4-FFF2-40B4-BE49-F238E27FC236}">
                <a16:creationId xmlns:a16="http://schemas.microsoft.com/office/drawing/2014/main" id="{434C7C98-495D-4388-94C8-1495ECA27E38}"/>
              </a:ext>
            </a:extLst>
          </p:cNvPr>
          <p:cNvSpPr>
            <a:spLocks xmlns:a="http://schemas.openxmlformats.org/drawingml/2006/main" noGrp="1"/>
          </p:cNvSpPr>
          <p:nvPr/>
        </p:nvSpPr>
        <p:spPr>
          <a:xfrm xmlns:a="http://schemas.openxmlformats.org/drawingml/2006/main">
            <a:off x="2724150" y="4514850"/>
            <a:ext cx="2914650" cy="381000"/>
          </a:xfrm>
          <a:prstGeom xmlns:a="http://schemas.openxmlformats.org/drawingml/2006/main" prst="roundRect">
            <a:avLst>
              <a:gd name="adj" fmla="val 20000"/>
            </a:avLst>
          </a:prstGeom>
          <a:solidFill xmlns:a="http://schemas.openxmlformats.org/drawingml/2006/main">
            <a:srgbClr val="2D52D4"/>
          </a:solidFill>
          <a:ln xmlns:a="http://schemas.openxmlformats.org/drawingml/2006/main" w="9525">
            <a:solidFill>
              <a:srgbClr val="2D52D4"/>
            </a:solidFill>
            <a:prstDash val="solid"/>
          </a:ln>
        </p:spPr>
      </p:sp>
      <p:sp>
        <p:nvSpPr>
          <p:cNvPr id="18" name="">
            <a:extLst xmlns:a="http://schemas.openxmlformats.org/drawingml/2006/main">
              <a:ext uri="{FF2B5EF4-FFF2-40B4-BE49-F238E27FC236}">
                <a16:creationId xmlns:a16="http://schemas.microsoft.com/office/drawing/2014/main" id="{C08F230C-D8BD-42DF-A1EA-9CF5C5E31702}"/>
              </a:ext>
            </a:extLst>
          </p:cNvPr>
          <p:cNvSpPr>
            <a:spLocks xmlns:a="http://schemas.openxmlformats.org/drawingml/2006/main" noGrp="1"/>
          </p:cNvSpPr>
          <p:nvPr/>
        </p:nvSpPr>
        <p:spPr>
          <a:xfrm xmlns:a="http://schemas.openxmlformats.org/drawingml/2006/main">
            <a:off x="5734050" y="4572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425" b="1" i="0">
                <a:solidFill>
                  <a:srgbClr val="2D52D4"/>
                </a:solidFill>
                <a:latin typeface="Onest"/>
                <a:ea typeface="Onest"/>
                <a:cs typeface="Onest"/>
              </a:defRPr>
            </a:pPr>
            <a:r>
              <a:rPr sz="1425" b="1" i="0">
                <a:solidFill>
                  <a:srgbClr val="2D52D4"/>
                </a:solidFill>
                <a:latin typeface="Onest"/>
                <a:ea typeface="Onest"/>
                <a:cs typeface="Onest"/>
              </a:rPr>
              <a:t>9/10</a:t>
            </a:r>
          </a:p>
        </p:txBody>
      </p:sp>
      <p:sp>
        <p:nvSpPr>
          <p:cNvPr id="19" name="">
            <a:extLst xmlns:a="http://schemas.openxmlformats.org/drawingml/2006/main">
              <a:ext uri="{FF2B5EF4-FFF2-40B4-BE49-F238E27FC236}">
                <a16:creationId xmlns:a16="http://schemas.microsoft.com/office/drawing/2014/main" id="{CF9AC0D9-5AB5-47F9-9199-95D1DE64E2A5}"/>
              </a:ext>
            </a:extLst>
          </p:cNvPr>
          <p:cNvSpPr>
            <a:spLocks xmlns:a="http://schemas.openxmlformats.org/drawingml/2006/main" noGrp="1"/>
          </p:cNvSpPr>
          <p:nvPr/>
        </p:nvSpPr>
        <p:spPr>
          <a:xfrm xmlns:a="http://schemas.openxmlformats.org/drawingml/2006/main">
            <a:off x="7410450" y="2533650"/>
            <a:ext cx="3371850" cy="2381250"/>
          </a:xfrm>
          <a:prstGeom xmlns:a="http://schemas.openxmlformats.org/drawingml/2006/main" prst="roundRect">
            <a:avLst>
              <a:gd name="adj" fmla="val 6400"/>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228600" tIns="209550" rIns="228600" bIns="190500" anchor="ctr"/>
          <a:lstStyle xmlns:a="http://schemas.openxmlformats.org/drawingml/2006/main"/>
          <a:p xmlns:a="http://schemas.openxmlformats.org/drawingml/2006/main">
            <a:pPr algn="l">
              <a:lnSpc>
                <a:spcPct val="108000"/>
              </a:lnSpc>
              <a:buNone/>
              <a:defRPr sz="1650" b="0">
                <a:solidFill>
                  <a:srgbClr val="0F172A"/>
                </a:solidFill>
                <a:latin typeface="Onest"/>
                <a:ea typeface="Onest"/>
                <a:cs typeface="Onest"/>
              </a:defRPr>
            </a:pPr>
            <a:r>
              <a:rPr sz="1650" b="0">
                <a:solidFill>
                  <a:srgbClr val="0F172A"/>
                </a:solidFill>
                <a:latin typeface="Onest"/>
                <a:ea typeface="Onest"/>
                <a:cs typeface="Onest"/>
              </a:rPr>
              <a:t>Exemplu real</a:t>
            </a:r>
          </a:p>
          <a:p xmlns:a="http://schemas.openxmlformats.org/drawingml/2006/main">
            <a:r>
              <a:t/>
            </a:r>
          </a:p>
          <a:p xmlns:a="http://schemas.openxmlformats.org/drawingml/2006/main">
            <a:pPr algn="l">
              <a:lnSpc>
                <a:spcPct val="108000"/>
              </a:lnSpc>
              <a:buNone/>
              <a:defRPr sz="1650" b="0">
                <a:solidFill>
                  <a:srgbClr val="0F172A"/>
                </a:solidFill>
                <a:latin typeface="Onest"/>
                <a:ea typeface="Onest"/>
                <a:cs typeface="Onest"/>
              </a:defRPr>
            </a:pPr>
            <a:r>
              <a:rPr sz="1650" b="0">
                <a:solidFill>
                  <a:srgbClr val="0F172A"/>
                </a:solidFill>
                <a:latin typeface="Onest"/>
                <a:ea typeface="Onest"/>
                <a:cs typeface="Onest"/>
              </a:rPr>
              <a:t>BCC catre institutii publice returneaza erori. Pentru o lista mica, o platforma mare de outreach e overkill. Un agent one-time are sens.</a:t>
            </a:r>
          </a:p>
        </p:txBody>
      </p:sp>
    </p:spTree>
    <p:extLst>
      <p:ext uri="{BB962C8B-B14F-4D97-AF65-F5344CB8AC3E}">
        <p14:creationId xmlns:p14="http://schemas.microsoft.com/office/powerpoint/2010/main" val="15484625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ED74E3A-83DA-44D4-B7A7-EEA82523134C}"/>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05 / 30</a:t>
            </a:r>
          </a:p>
        </p:txBody>
      </p:sp>
      <p:sp>
        <p:nvSpPr>
          <p:cNvPr id="2" name="">
            <a:extLst xmlns:a="http://schemas.openxmlformats.org/drawingml/2006/main">
              <a:ext uri="{FF2B5EF4-FFF2-40B4-BE49-F238E27FC236}">
                <a16:creationId xmlns:a16="http://schemas.microsoft.com/office/drawing/2014/main" id="{7271DF61-DD50-4CE2-9FB7-49FA07F99766}"/>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89BD4D-0E2A-471E-ABE0-166B24BF3076}"/>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CANVAS</a:t>
            </a:r>
          </a:p>
        </p:txBody>
      </p:sp>
      <p:sp>
        <p:nvSpPr>
          <p:cNvPr id="4" name="">
            <a:extLst xmlns:a="http://schemas.openxmlformats.org/drawingml/2006/main">
              <a:ext uri="{FF2B5EF4-FFF2-40B4-BE49-F238E27FC236}">
                <a16:creationId xmlns:a16="http://schemas.microsoft.com/office/drawing/2014/main" id="{DAB4E3C0-15D2-4142-8F92-3773CE40C2BB}"/>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Foaia devine specificatia agentului</a:t>
            </a:r>
          </a:p>
        </p:txBody>
      </p:sp>
      <p:sp>
        <p:nvSpPr>
          <p:cNvPr id="5" name="">
            <a:extLst xmlns:a="http://schemas.openxmlformats.org/drawingml/2006/main">
              <a:ext uri="{FF2B5EF4-FFF2-40B4-BE49-F238E27FC236}">
                <a16:creationId xmlns:a16="http://schemas.microsoft.com/office/drawing/2014/main" id="{68A705FF-BA9E-47C1-8C87-793907BC0CD0}"/>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Opt casete simple sunt suficiente ca sa stii ce construiesti si unde se poate strica.</a:t>
            </a:r>
          </a:p>
        </p:txBody>
      </p:sp>
      <p:sp>
        <p:nvSpPr>
          <p:cNvPr id="6" name="">
            <a:extLst xmlns:a="http://schemas.openxmlformats.org/drawingml/2006/main">
              <a:ext uri="{FF2B5EF4-FFF2-40B4-BE49-F238E27FC236}">
                <a16:creationId xmlns:a16="http://schemas.microsoft.com/office/drawing/2014/main" id="{EB88A5DE-A55C-462C-B650-E50777787C6A}"/>
              </a:ext>
            </a:extLst>
          </p:cNvPr>
          <p:cNvSpPr>
            <a:spLocks xmlns:a="http://schemas.openxmlformats.org/drawingml/2006/main" noGrp="1"/>
          </p:cNvSpPr>
          <p:nvPr/>
        </p:nvSpPr>
        <p:spPr>
          <a:xfrm xmlns:a="http://schemas.openxmlformats.org/drawingml/2006/main">
            <a:off x="857250" y="2266950"/>
            <a:ext cx="2381250" cy="1295400"/>
          </a:xfrm>
          <a:prstGeom xmlns:a="http://schemas.openxmlformats.org/drawingml/2006/main" prst="roundRect">
            <a:avLst>
              <a:gd name="adj" fmla="val 8824"/>
            </a:avLst>
          </a:prstGeom>
          <a:solidFill xmlns:a="http://schemas.openxmlformats.org/drawingml/2006/main">
            <a:srgbClr val="E0F2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6AF960E-C992-4C5A-A38D-AB15C406CA70}"/>
              </a:ext>
            </a:extLst>
          </p:cNvPr>
          <p:cNvSpPr>
            <a:spLocks xmlns:a="http://schemas.openxmlformats.org/drawingml/2006/main" noGrp="1"/>
          </p:cNvSpPr>
          <p:nvPr/>
        </p:nvSpPr>
        <p:spPr>
          <a:xfrm xmlns:a="http://schemas.openxmlformats.org/drawingml/2006/main">
            <a:off x="1009650" y="241935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1</a:t>
            </a:r>
          </a:p>
        </p:txBody>
      </p:sp>
      <p:sp>
        <p:nvSpPr>
          <p:cNvPr id="8" name="">
            <a:extLst xmlns:a="http://schemas.openxmlformats.org/drawingml/2006/main">
              <a:ext uri="{FF2B5EF4-FFF2-40B4-BE49-F238E27FC236}">
                <a16:creationId xmlns:a16="http://schemas.microsoft.com/office/drawing/2014/main" id="{F2D7D029-A7F0-4E0D-87DC-6B62E3647041}"/>
              </a:ext>
            </a:extLst>
          </p:cNvPr>
          <p:cNvSpPr>
            <a:spLocks xmlns:a="http://schemas.openxmlformats.org/drawingml/2006/main" noGrp="1"/>
          </p:cNvSpPr>
          <p:nvPr/>
        </p:nvSpPr>
        <p:spPr>
          <a:xfrm xmlns:a="http://schemas.openxmlformats.org/drawingml/2006/main">
            <a:off x="1447800" y="24193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Procesul</a:t>
            </a:r>
          </a:p>
        </p:txBody>
      </p:sp>
      <p:sp>
        <p:nvSpPr>
          <p:cNvPr id="9" name="">
            <a:extLst xmlns:a="http://schemas.openxmlformats.org/drawingml/2006/main">
              <a:ext uri="{FF2B5EF4-FFF2-40B4-BE49-F238E27FC236}">
                <a16:creationId xmlns:a16="http://schemas.microsoft.com/office/drawing/2014/main" id="{60026136-D691-4C02-8E00-03AE669A137B}"/>
              </a:ext>
            </a:extLst>
          </p:cNvPr>
          <p:cNvSpPr>
            <a:spLocks xmlns:a="http://schemas.openxmlformats.org/drawingml/2006/main" noGrp="1"/>
          </p:cNvSpPr>
          <p:nvPr/>
        </p:nvSpPr>
        <p:spPr>
          <a:xfrm xmlns:a="http://schemas.openxmlformats.org/drawingml/2006/main">
            <a:off x="1028700" y="28194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Ce facem azi manual?</a:t>
            </a:r>
          </a:p>
        </p:txBody>
      </p:sp>
      <p:sp>
        <p:nvSpPr>
          <p:cNvPr id="10" name="">
            <a:extLst xmlns:a="http://schemas.openxmlformats.org/drawingml/2006/main">
              <a:ext uri="{FF2B5EF4-FFF2-40B4-BE49-F238E27FC236}">
                <a16:creationId xmlns:a16="http://schemas.microsoft.com/office/drawing/2014/main" id="{A23A46D2-394C-4D83-8B7A-4E90A9063051}"/>
              </a:ext>
            </a:extLst>
          </p:cNvPr>
          <p:cNvSpPr>
            <a:spLocks xmlns:a="http://schemas.openxmlformats.org/drawingml/2006/main" noGrp="1"/>
          </p:cNvSpPr>
          <p:nvPr/>
        </p:nvSpPr>
        <p:spPr>
          <a:xfrm xmlns:a="http://schemas.openxmlformats.org/drawingml/2006/main">
            <a:off x="3571875" y="2266950"/>
            <a:ext cx="2381250" cy="1295400"/>
          </a:xfrm>
          <a:prstGeom xmlns:a="http://schemas.openxmlformats.org/drawingml/2006/main" prst="roundRect">
            <a:avLst>
              <a:gd name="adj" fmla="val 8824"/>
            </a:avLst>
          </a:prstGeom>
          <a:solidFill xmlns:a="http://schemas.openxmlformats.org/drawingml/2006/main">
            <a:srgbClr val="EDE9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09853ED-BF0D-44F2-B67C-A02465A72D1C}"/>
              </a:ext>
            </a:extLst>
          </p:cNvPr>
          <p:cNvSpPr>
            <a:spLocks xmlns:a="http://schemas.openxmlformats.org/drawingml/2006/main" noGrp="1"/>
          </p:cNvSpPr>
          <p:nvPr/>
        </p:nvSpPr>
        <p:spPr>
          <a:xfrm xmlns:a="http://schemas.openxmlformats.org/drawingml/2006/main">
            <a:off x="3724275" y="241935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2</a:t>
            </a:r>
          </a:p>
        </p:txBody>
      </p:sp>
      <p:sp>
        <p:nvSpPr>
          <p:cNvPr id="12" name="">
            <a:extLst xmlns:a="http://schemas.openxmlformats.org/drawingml/2006/main">
              <a:ext uri="{FF2B5EF4-FFF2-40B4-BE49-F238E27FC236}">
                <a16:creationId xmlns:a16="http://schemas.microsoft.com/office/drawing/2014/main" id="{94BA476F-8676-40A6-9BA0-E4A29902C46B}"/>
              </a:ext>
            </a:extLst>
          </p:cNvPr>
          <p:cNvSpPr>
            <a:spLocks xmlns:a="http://schemas.openxmlformats.org/drawingml/2006/main" noGrp="1"/>
          </p:cNvSpPr>
          <p:nvPr/>
        </p:nvSpPr>
        <p:spPr>
          <a:xfrm xmlns:a="http://schemas.openxmlformats.org/drawingml/2006/main">
            <a:off x="4162425" y="24193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Rezultatul</a:t>
            </a:r>
          </a:p>
        </p:txBody>
      </p:sp>
      <p:sp>
        <p:nvSpPr>
          <p:cNvPr id="13" name="">
            <a:extLst xmlns:a="http://schemas.openxmlformats.org/drawingml/2006/main">
              <a:ext uri="{FF2B5EF4-FFF2-40B4-BE49-F238E27FC236}">
                <a16:creationId xmlns:a16="http://schemas.microsoft.com/office/drawing/2014/main" id="{E29B2FA4-4FEC-4BC9-8FB8-5D275C0E0647}"/>
              </a:ext>
            </a:extLst>
          </p:cNvPr>
          <p:cNvSpPr>
            <a:spLocks xmlns:a="http://schemas.openxmlformats.org/drawingml/2006/main" noGrp="1"/>
          </p:cNvSpPr>
          <p:nvPr/>
        </p:nvSpPr>
        <p:spPr>
          <a:xfrm xmlns:a="http://schemas.openxmlformats.org/drawingml/2006/main">
            <a:off x="3743325" y="28194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Ce trebuie sa iasa?</a:t>
            </a:r>
          </a:p>
        </p:txBody>
      </p:sp>
      <p:sp>
        <p:nvSpPr>
          <p:cNvPr id="14" name="">
            <a:extLst xmlns:a="http://schemas.openxmlformats.org/drawingml/2006/main">
              <a:ext uri="{FF2B5EF4-FFF2-40B4-BE49-F238E27FC236}">
                <a16:creationId xmlns:a16="http://schemas.microsoft.com/office/drawing/2014/main" id="{8303FC8F-55E7-4D5F-9CB7-7CFC7EAD502D}"/>
              </a:ext>
            </a:extLst>
          </p:cNvPr>
          <p:cNvSpPr>
            <a:spLocks xmlns:a="http://schemas.openxmlformats.org/drawingml/2006/main" noGrp="1"/>
          </p:cNvSpPr>
          <p:nvPr/>
        </p:nvSpPr>
        <p:spPr>
          <a:xfrm xmlns:a="http://schemas.openxmlformats.org/drawingml/2006/main">
            <a:off x="6286500" y="2266950"/>
            <a:ext cx="2381250" cy="1295400"/>
          </a:xfrm>
          <a:prstGeom xmlns:a="http://schemas.openxmlformats.org/drawingml/2006/main" prst="roundRect">
            <a:avLst>
              <a:gd name="adj" fmla="val 8824"/>
            </a:avLst>
          </a:prstGeom>
          <a:solidFill xmlns:a="http://schemas.openxmlformats.org/drawingml/2006/main">
            <a:srgbClr val="DCFCE7"/>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414EF5B3-07C1-4CF3-B6C3-098AC1C2E44E}"/>
              </a:ext>
            </a:extLst>
          </p:cNvPr>
          <p:cNvSpPr>
            <a:spLocks xmlns:a="http://schemas.openxmlformats.org/drawingml/2006/main" noGrp="1"/>
          </p:cNvSpPr>
          <p:nvPr/>
        </p:nvSpPr>
        <p:spPr>
          <a:xfrm xmlns:a="http://schemas.openxmlformats.org/drawingml/2006/main">
            <a:off x="6438900" y="241935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3</a:t>
            </a:r>
          </a:p>
        </p:txBody>
      </p:sp>
      <p:sp>
        <p:nvSpPr>
          <p:cNvPr id="16" name="">
            <a:extLst xmlns:a="http://schemas.openxmlformats.org/drawingml/2006/main">
              <a:ext uri="{FF2B5EF4-FFF2-40B4-BE49-F238E27FC236}">
                <a16:creationId xmlns:a16="http://schemas.microsoft.com/office/drawing/2014/main" id="{0DEEA0F8-582D-437D-8A60-9B044B88ECD3}"/>
              </a:ext>
            </a:extLst>
          </p:cNvPr>
          <p:cNvSpPr>
            <a:spLocks xmlns:a="http://schemas.openxmlformats.org/drawingml/2006/main" noGrp="1"/>
          </p:cNvSpPr>
          <p:nvPr/>
        </p:nvSpPr>
        <p:spPr>
          <a:xfrm xmlns:a="http://schemas.openxmlformats.org/drawingml/2006/main">
            <a:off x="6877050" y="24193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Date intrare</a:t>
            </a:r>
          </a:p>
        </p:txBody>
      </p:sp>
      <p:sp>
        <p:nvSpPr>
          <p:cNvPr id="17" name="">
            <a:extLst xmlns:a="http://schemas.openxmlformats.org/drawingml/2006/main">
              <a:ext uri="{FF2B5EF4-FFF2-40B4-BE49-F238E27FC236}">
                <a16:creationId xmlns:a16="http://schemas.microsoft.com/office/drawing/2014/main" id="{15B366C1-63EB-4211-A9E4-EA2798761CEC}"/>
              </a:ext>
            </a:extLst>
          </p:cNvPr>
          <p:cNvSpPr>
            <a:spLocks xmlns:a="http://schemas.openxmlformats.org/drawingml/2006/main" noGrp="1"/>
          </p:cNvSpPr>
          <p:nvPr/>
        </p:nvSpPr>
        <p:spPr>
          <a:xfrm xmlns:a="http://schemas.openxmlformats.org/drawingml/2006/main">
            <a:off x="6457950" y="28194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Fisiere, website-uri, lista.</a:t>
            </a:r>
          </a:p>
        </p:txBody>
      </p:sp>
      <p:sp>
        <p:nvSpPr>
          <p:cNvPr id="18" name="">
            <a:extLst xmlns:a="http://schemas.openxmlformats.org/drawingml/2006/main">
              <a:ext uri="{FF2B5EF4-FFF2-40B4-BE49-F238E27FC236}">
                <a16:creationId xmlns:a16="http://schemas.microsoft.com/office/drawing/2014/main" id="{F7FC015A-EE84-4BF1-B762-D7222158AA16}"/>
              </a:ext>
            </a:extLst>
          </p:cNvPr>
          <p:cNvSpPr>
            <a:spLocks xmlns:a="http://schemas.openxmlformats.org/drawingml/2006/main" noGrp="1"/>
          </p:cNvSpPr>
          <p:nvPr/>
        </p:nvSpPr>
        <p:spPr>
          <a:xfrm xmlns:a="http://schemas.openxmlformats.org/drawingml/2006/main">
            <a:off x="9001125" y="2266950"/>
            <a:ext cx="2381250" cy="1295400"/>
          </a:xfrm>
          <a:prstGeom xmlns:a="http://schemas.openxmlformats.org/drawingml/2006/main" prst="roundRect">
            <a:avLst>
              <a:gd name="adj" fmla="val 8824"/>
            </a:avLst>
          </a:prstGeom>
          <a:solidFill xmlns:a="http://schemas.openxmlformats.org/drawingml/2006/main">
            <a:srgbClr val="FFEDD5"/>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F5228549-481A-4EB1-9B4A-557BE2ECAA01}"/>
              </a:ext>
            </a:extLst>
          </p:cNvPr>
          <p:cNvSpPr>
            <a:spLocks xmlns:a="http://schemas.openxmlformats.org/drawingml/2006/main" noGrp="1"/>
          </p:cNvSpPr>
          <p:nvPr/>
        </p:nvSpPr>
        <p:spPr>
          <a:xfrm xmlns:a="http://schemas.openxmlformats.org/drawingml/2006/main">
            <a:off x="9153525" y="241935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4</a:t>
            </a:r>
          </a:p>
        </p:txBody>
      </p:sp>
      <p:sp>
        <p:nvSpPr>
          <p:cNvPr id="20" name="">
            <a:extLst xmlns:a="http://schemas.openxmlformats.org/drawingml/2006/main">
              <a:ext uri="{FF2B5EF4-FFF2-40B4-BE49-F238E27FC236}">
                <a16:creationId xmlns:a16="http://schemas.microsoft.com/office/drawing/2014/main" id="{1C048754-F661-43B9-B820-FC53D7870773}"/>
              </a:ext>
            </a:extLst>
          </p:cNvPr>
          <p:cNvSpPr>
            <a:spLocks xmlns:a="http://schemas.openxmlformats.org/drawingml/2006/main" noGrp="1"/>
          </p:cNvSpPr>
          <p:nvPr/>
        </p:nvSpPr>
        <p:spPr>
          <a:xfrm xmlns:a="http://schemas.openxmlformats.org/drawingml/2006/main">
            <a:off x="9591675" y="24193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Surse</a:t>
            </a:r>
          </a:p>
        </p:txBody>
      </p:sp>
      <p:sp>
        <p:nvSpPr>
          <p:cNvPr id="21" name="">
            <a:extLst xmlns:a="http://schemas.openxmlformats.org/drawingml/2006/main">
              <a:ext uri="{FF2B5EF4-FFF2-40B4-BE49-F238E27FC236}">
                <a16:creationId xmlns:a16="http://schemas.microsoft.com/office/drawing/2014/main" id="{A76EA18D-B8B4-48A2-80C0-3995C436E43E}"/>
              </a:ext>
            </a:extLst>
          </p:cNvPr>
          <p:cNvSpPr>
            <a:spLocks xmlns:a="http://schemas.openxmlformats.org/drawingml/2006/main" noGrp="1"/>
          </p:cNvSpPr>
          <p:nvPr/>
        </p:nvSpPr>
        <p:spPr>
          <a:xfrm xmlns:a="http://schemas.openxmlformats.org/drawingml/2006/main">
            <a:off x="9172575" y="28194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URL, data, incredere.</a:t>
            </a:r>
          </a:p>
        </p:txBody>
      </p:sp>
      <p:sp>
        <p:nvSpPr>
          <p:cNvPr id="22" name="">
            <a:extLst xmlns:a="http://schemas.openxmlformats.org/drawingml/2006/main">
              <a:ext uri="{FF2B5EF4-FFF2-40B4-BE49-F238E27FC236}">
                <a16:creationId xmlns:a16="http://schemas.microsoft.com/office/drawing/2014/main" id="{13B29A6F-435F-4B0A-A6F5-F395D1AEE1A5}"/>
              </a:ext>
            </a:extLst>
          </p:cNvPr>
          <p:cNvSpPr>
            <a:spLocks xmlns:a="http://schemas.openxmlformats.org/drawingml/2006/main" noGrp="1"/>
          </p:cNvSpPr>
          <p:nvPr/>
        </p:nvSpPr>
        <p:spPr>
          <a:xfrm xmlns:a="http://schemas.openxmlformats.org/drawingml/2006/main">
            <a:off x="857250" y="3886200"/>
            <a:ext cx="2381250" cy="1295400"/>
          </a:xfrm>
          <a:prstGeom xmlns:a="http://schemas.openxmlformats.org/drawingml/2006/main" prst="roundRect">
            <a:avLst>
              <a:gd name="adj" fmla="val 8824"/>
            </a:avLst>
          </a:prstGeom>
          <a:solidFill xmlns:a="http://schemas.openxmlformats.org/drawingml/2006/main">
            <a:srgbClr val="FCE7F3"/>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2CDC99BE-C241-49E1-A4D6-50DB599C5603}"/>
              </a:ext>
            </a:extLst>
          </p:cNvPr>
          <p:cNvSpPr>
            <a:spLocks xmlns:a="http://schemas.openxmlformats.org/drawingml/2006/main" noGrp="1"/>
          </p:cNvSpPr>
          <p:nvPr/>
        </p:nvSpPr>
        <p:spPr>
          <a:xfrm xmlns:a="http://schemas.openxmlformats.org/drawingml/2006/main">
            <a:off x="1009650" y="403860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5</a:t>
            </a:r>
          </a:p>
        </p:txBody>
      </p:sp>
      <p:sp>
        <p:nvSpPr>
          <p:cNvPr id="24" name="">
            <a:extLst xmlns:a="http://schemas.openxmlformats.org/drawingml/2006/main">
              <a:ext uri="{FF2B5EF4-FFF2-40B4-BE49-F238E27FC236}">
                <a16:creationId xmlns:a16="http://schemas.microsoft.com/office/drawing/2014/main" id="{886BF4C9-9654-4D5B-84F8-38621835FAB5}"/>
              </a:ext>
            </a:extLst>
          </p:cNvPr>
          <p:cNvSpPr>
            <a:spLocks xmlns:a="http://schemas.openxmlformats.org/drawingml/2006/main" noGrp="1"/>
          </p:cNvSpPr>
          <p:nvPr/>
        </p:nvSpPr>
        <p:spPr>
          <a:xfrm xmlns:a="http://schemas.openxmlformats.org/drawingml/2006/main">
            <a:off x="1447800" y="4038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Sisteme</a:t>
            </a:r>
          </a:p>
        </p:txBody>
      </p:sp>
      <p:sp>
        <p:nvSpPr>
          <p:cNvPr id="25" name="">
            <a:extLst xmlns:a="http://schemas.openxmlformats.org/drawingml/2006/main">
              <a:ext uri="{FF2B5EF4-FFF2-40B4-BE49-F238E27FC236}">
                <a16:creationId xmlns:a16="http://schemas.microsoft.com/office/drawing/2014/main" id="{59002A9C-5EB5-4954-8C74-A3987B2ABE36}"/>
              </a:ext>
            </a:extLst>
          </p:cNvPr>
          <p:cNvSpPr>
            <a:spLocks xmlns:a="http://schemas.openxmlformats.org/drawingml/2006/main" noGrp="1"/>
          </p:cNvSpPr>
          <p:nvPr/>
        </p:nvSpPr>
        <p:spPr>
          <a:xfrm xmlns:a="http://schemas.openxmlformats.org/drawingml/2006/main">
            <a:off x="1028700" y="443865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API, MCP, Sheets, email.</a:t>
            </a:r>
          </a:p>
        </p:txBody>
      </p:sp>
      <p:sp>
        <p:nvSpPr>
          <p:cNvPr id="26" name="">
            <a:extLst xmlns:a="http://schemas.openxmlformats.org/drawingml/2006/main">
              <a:ext uri="{FF2B5EF4-FFF2-40B4-BE49-F238E27FC236}">
                <a16:creationId xmlns:a16="http://schemas.microsoft.com/office/drawing/2014/main" id="{51FAC9D5-AEE8-4674-9EF7-1543141E08D6}"/>
              </a:ext>
            </a:extLst>
          </p:cNvPr>
          <p:cNvSpPr>
            <a:spLocks xmlns:a="http://schemas.openxmlformats.org/drawingml/2006/main" noGrp="1"/>
          </p:cNvSpPr>
          <p:nvPr/>
        </p:nvSpPr>
        <p:spPr>
          <a:xfrm xmlns:a="http://schemas.openxmlformats.org/drawingml/2006/main">
            <a:off x="3571875" y="3886200"/>
            <a:ext cx="2381250" cy="1295400"/>
          </a:xfrm>
          <a:prstGeom xmlns:a="http://schemas.openxmlformats.org/drawingml/2006/main" prst="roundRect">
            <a:avLst>
              <a:gd name="adj" fmla="val 8824"/>
            </a:avLst>
          </a:prstGeom>
          <a:solidFill xmlns:a="http://schemas.openxmlformats.org/drawingml/2006/main">
            <a:srgbClr val="EEF2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2535836-059F-4712-B8AE-7762B0B5A07B}"/>
              </a:ext>
            </a:extLst>
          </p:cNvPr>
          <p:cNvSpPr>
            <a:spLocks xmlns:a="http://schemas.openxmlformats.org/drawingml/2006/main" noGrp="1"/>
          </p:cNvSpPr>
          <p:nvPr/>
        </p:nvSpPr>
        <p:spPr>
          <a:xfrm xmlns:a="http://schemas.openxmlformats.org/drawingml/2006/main">
            <a:off x="3724275" y="403860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6</a:t>
            </a:r>
          </a:p>
        </p:txBody>
      </p:sp>
      <p:sp>
        <p:nvSpPr>
          <p:cNvPr id="28" name="">
            <a:extLst xmlns:a="http://schemas.openxmlformats.org/drawingml/2006/main">
              <a:ext uri="{FF2B5EF4-FFF2-40B4-BE49-F238E27FC236}">
                <a16:creationId xmlns:a16="http://schemas.microsoft.com/office/drawing/2014/main" id="{47E21B6B-DF01-463F-BFD5-73F96B462605}"/>
              </a:ext>
            </a:extLst>
          </p:cNvPr>
          <p:cNvSpPr>
            <a:spLocks xmlns:a="http://schemas.openxmlformats.org/drawingml/2006/main" noGrp="1"/>
          </p:cNvSpPr>
          <p:nvPr/>
        </p:nvSpPr>
        <p:spPr>
          <a:xfrm xmlns:a="http://schemas.openxmlformats.org/drawingml/2006/main">
            <a:off x="4162425" y="4038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Reguli</a:t>
            </a:r>
          </a:p>
        </p:txBody>
      </p:sp>
      <p:sp>
        <p:nvSpPr>
          <p:cNvPr id="29" name="">
            <a:extLst xmlns:a="http://schemas.openxmlformats.org/drawingml/2006/main">
              <a:ext uri="{FF2B5EF4-FFF2-40B4-BE49-F238E27FC236}">
                <a16:creationId xmlns:a16="http://schemas.microsoft.com/office/drawing/2014/main" id="{471BF340-30C6-4735-A808-EE745CF09BFD}"/>
              </a:ext>
            </a:extLst>
          </p:cNvPr>
          <p:cNvSpPr>
            <a:spLocks xmlns:a="http://schemas.openxmlformats.org/drawingml/2006/main" noGrp="1"/>
          </p:cNvSpPr>
          <p:nvPr/>
        </p:nvSpPr>
        <p:spPr>
          <a:xfrm xmlns:a="http://schemas.openxmlformats.org/drawingml/2006/main">
            <a:off x="3743325" y="443865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Ce NU are voie sa faca.</a:t>
            </a:r>
          </a:p>
        </p:txBody>
      </p:sp>
      <p:sp>
        <p:nvSpPr>
          <p:cNvPr id="30" name="">
            <a:extLst xmlns:a="http://schemas.openxmlformats.org/drawingml/2006/main">
              <a:ext uri="{FF2B5EF4-FFF2-40B4-BE49-F238E27FC236}">
                <a16:creationId xmlns:a16="http://schemas.microsoft.com/office/drawing/2014/main" id="{DBD1FA80-278D-4846-87CD-672ACACE5316}"/>
              </a:ext>
            </a:extLst>
          </p:cNvPr>
          <p:cNvSpPr>
            <a:spLocks xmlns:a="http://schemas.openxmlformats.org/drawingml/2006/main" noGrp="1"/>
          </p:cNvSpPr>
          <p:nvPr/>
        </p:nvSpPr>
        <p:spPr>
          <a:xfrm xmlns:a="http://schemas.openxmlformats.org/drawingml/2006/main">
            <a:off x="6286500" y="3886200"/>
            <a:ext cx="2381250" cy="1295400"/>
          </a:xfrm>
          <a:prstGeom xmlns:a="http://schemas.openxmlformats.org/drawingml/2006/main" prst="roundRect">
            <a:avLst>
              <a:gd name="adj" fmla="val 8824"/>
            </a:avLst>
          </a:prstGeom>
          <a:solidFill xmlns:a="http://schemas.openxmlformats.org/drawingml/2006/main">
            <a:srgbClr val="E0F2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20016020-A42F-410A-9043-0BEBEA31AD82}"/>
              </a:ext>
            </a:extLst>
          </p:cNvPr>
          <p:cNvSpPr>
            <a:spLocks xmlns:a="http://schemas.openxmlformats.org/drawingml/2006/main" noGrp="1"/>
          </p:cNvSpPr>
          <p:nvPr/>
        </p:nvSpPr>
        <p:spPr>
          <a:xfrm xmlns:a="http://schemas.openxmlformats.org/drawingml/2006/main">
            <a:off x="6438900" y="403860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7</a:t>
            </a:r>
          </a:p>
        </p:txBody>
      </p:sp>
      <p:sp>
        <p:nvSpPr>
          <p:cNvPr id="32" name="">
            <a:extLst xmlns:a="http://schemas.openxmlformats.org/drawingml/2006/main">
              <a:ext uri="{FF2B5EF4-FFF2-40B4-BE49-F238E27FC236}">
                <a16:creationId xmlns:a16="http://schemas.microsoft.com/office/drawing/2014/main" id="{D15AD6FC-6B39-4059-AA9C-CB706E108173}"/>
              </a:ext>
            </a:extLst>
          </p:cNvPr>
          <p:cNvSpPr>
            <a:spLocks xmlns:a="http://schemas.openxmlformats.org/drawingml/2006/main" noGrp="1"/>
          </p:cNvSpPr>
          <p:nvPr/>
        </p:nvSpPr>
        <p:spPr>
          <a:xfrm xmlns:a="http://schemas.openxmlformats.org/drawingml/2006/main">
            <a:off x="6877050" y="4038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Teste</a:t>
            </a:r>
          </a:p>
        </p:txBody>
      </p:sp>
      <p:sp>
        <p:nvSpPr>
          <p:cNvPr id="33" name="">
            <a:extLst xmlns:a="http://schemas.openxmlformats.org/drawingml/2006/main">
              <a:ext uri="{FF2B5EF4-FFF2-40B4-BE49-F238E27FC236}">
                <a16:creationId xmlns:a16="http://schemas.microsoft.com/office/drawing/2014/main" id="{D0DE9838-F49B-48EF-84F6-2BB0AF94B6A5}"/>
              </a:ext>
            </a:extLst>
          </p:cNvPr>
          <p:cNvSpPr>
            <a:spLocks xmlns:a="http://schemas.openxmlformats.org/drawingml/2006/main" noGrp="1"/>
          </p:cNvSpPr>
          <p:nvPr/>
        </p:nvSpPr>
        <p:spPr>
          <a:xfrm xmlns:a="http://schemas.openxmlformats.org/drawingml/2006/main">
            <a:off x="6457950" y="443865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Cum stim ca merge?</a:t>
            </a:r>
          </a:p>
        </p:txBody>
      </p:sp>
      <p:sp>
        <p:nvSpPr>
          <p:cNvPr id="34" name="">
            <a:extLst xmlns:a="http://schemas.openxmlformats.org/drawingml/2006/main">
              <a:ext uri="{FF2B5EF4-FFF2-40B4-BE49-F238E27FC236}">
                <a16:creationId xmlns:a16="http://schemas.microsoft.com/office/drawing/2014/main" id="{8ABBFE28-D907-49FE-AB36-F4ACC83E5A25}"/>
              </a:ext>
            </a:extLst>
          </p:cNvPr>
          <p:cNvSpPr>
            <a:spLocks xmlns:a="http://schemas.openxmlformats.org/drawingml/2006/main" noGrp="1"/>
          </p:cNvSpPr>
          <p:nvPr/>
        </p:nvSpPr>
        <p:spPr>
          <a:xfrm xmlns:a="http://schemas.openxmlformats.org/drawingml/2006/main">
            <a:off x="9001125" y="3886200"/>
            <a:ext cx="2381250" cy="1295400"/>
          </a:xfrm>
          <a:prstGeom xmlns:a="http://schemas.openxmlformats.org/drawingml/2006/main" prst="roundRect">
            <a:avLst>
              <a:gd name="adj" fmla="val 8824"/>
            </a:avLst>
          </a:prstGeom>
          <a:solidFill xmlns:a="http://schemas.openxmlformats.org/drawingml/2006/main">
            <a:srgbClr val="EDE9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EB3DFB4C-C75F-407A-97BE-D70B37DACE6D}"/>
              </a:ext>
            </a:extLst>
          </p:cNvPr>
          <p:cNvSpPr>
            <a:spLocks xmlns:a="http://schemas.openxmlformats.org/drawingml/2006/main" noGrp="1"/>
          </p:cNvSpPr>
          <p:nvPr/>
        </p:nvSpPr>
        <p:spPr>
          <a:xfrm xmlns:a="http://schemas.openxmlformats.org/drawingml/2006/main">
            <a:off x="9153525" y="4038600"/>
            <a:ext cx="323850" cy="3238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8</a:t>
            </a:r>
          </a:p>
        </p:txBody>
      </p:sp>
      <p:sp>
        <p:nvSpPr>
          <p:cNvPr id="36" name="">
            <a:extLst xmlns:a="http://schemas.openxmlformats.org/drawingml/2006/main">
              <a:ext uri="{FF2B5EF4-FFF2-40B4-BE49-F238E27FC236}">
                <a16:creationId xmlns:a16="http://schemas.microsoft.com/office/drawing/2014/main" id="{1E228D53-CC50-4CD0-85FA-A85497CABD8E}"/>
              </a:ext>
            </a:extLst>
          </p:cNvPr>
          <p:cNvSpPr>
            <a:spLocks xmlns:a="http://schemas.openxmlformats.org/drawingml/2006/main" noGrp="1"/>
          </p:cNvSpPr>
          <p:nvPr/>
        </p:nvSpPr>
        <p:spPr>
          <a:xfrm xmlns:a="http://schemas.openxmlformats.org/drawingml/2006/main">
            <a:off x="9591675" y="4038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Dupa</a:t>
            </a:r>
          </a:p>
        </p:txBody>
      </p:sp>
      <p:sp>
        <p:nvSpPr>
          <p:cNvPr id="37" name="">
            <a:extLst xmlns:a="http://schemas.openxmlformats.org/drawingml/2006/main">
              <a:ext uri="{FF2B5EF4-FFF2-40B4-BE49-F238E27FC236}">
                <a16:creationId xmlns:a16="http://schemas.microsoft.com/office/drawing/2014/main" id="{A4F8F93E-5CBB-4178-B7EE-CE6583810895}"/>
              </a:ext>
            </a:extLst>
          </p:cNvPr>
          <p:cNvSpPr>
            <a:spLocks xmlns:a="http://schemas.openxmlformats.org/drawingml/2006/main" noGrp="1"/>
          </p:cNvSpPr>
          <p:nvPr/>
        </p:nvSpPr>
        <p:spPr>
          <a:xfrm xmlns:a="http://schemas.openxmlformats.org/drawingml/2006/main">
            <a:off x="9172575" y="443865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63" b="0" i="0">
                <a:solidFill>
                  <a:srgbClr val="64748B"/>
                </a:solidFill>
                <a:latin typeface="Onest"/>
                <a:ea typeface="Onest"/>
                <a:cs typeface="Onest"/>
              </a:defRPr>
            </a:pPr>
            <a:r>
              <a:rPr sz="1163" b="0" i="0">
                <a:solidFill>
                  <a:srgbClr val="64748B"/>
                </a:solidFill>
                <a:latin typeface="Onest"/>
                <a:ea typeface="Onest"/>
                <a:cs typeface="Onest"/>
              </a:rPr>
              <a:t>Loguri, schedule, stop.</a:t>
            </a:r>
          </a:p>
        </p:txBody>
      </p:sp>
    </p:spTree>
    <p:extLst>
      <p:ext uri="{BB962C8B-B14F-4D97-AF65-F5344CB8AC3E}">
        <p14:creationId xmlns:p14="http://schemas.microsoft.com/office/powerpoint/2010/main" val="2392205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68EC94F-C095-4B48-B6C4-FCF468440508}"/>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06 / 30</a:t>
            </a:r>
          </a:p>
        </p:txBody>
      </p:sp>
      <p:sp>
        <p:nvSpPr>
          <p:cNvPr id="2" name="">
            <a:extLst xmlns:a="http://schemas.openxmlformats.org/drawingml/2006/main">
              <a:ext uri="{FF2B5EF4-FFF2-40B4-BE49-F238E27FC236}">
                <a16:creationId xmlns:a16="http://schemas.microsoft.com/office/drawing/2014/main" id="{EA6B2023-CD5D-46E7-BF1F-86B455F2118D}"/>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780191-517A-4FF2-A6C6-1DC76537B8BE}"/>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SISTEME</a:t>
            </a:r>
          </a:p>
        </p:txBody>
      </p:sp>
      <p:sp>
        <p:nvSpPr>
          <p:cNvPr id="4" name="">
            <a:extLst xmlns:a="http://schemas.openxmlformats.org/drawingml/2006/main">
              <a:ext uri="{FF2B5EF4-FFF2-40B4-BE49-F238E27FC236}">
                <a16:creationId xmlns:a16="http://schemas.microsoft.com/office/drawing/2014/main" id="{6AA2B4B7-B420-4A8D-96BC-6E6A6ACA7E4C}"/>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Dupa desen, vezi sistemele implicate</a:t>
            </a:r>
          </a:p>
        </p:txBody>
      </p:sp>
      <p:sp>
        <p:nvSpPr>
          <p:cNvPr id="5" name="">
            <a:extLst xmlns:a="http://schemas.openxmlformats.org/drawingml/2006/main">
              <a:ext uri="{FF2B5EF4-FFF2-40B4-BE49-F238E27FC236}">
                <a16:creationId xmlns:a16="http://schemas.microsoft.com/office/drawing/2014/main" id="{6B3A5427-C207-4B1E-A2FD-65646F5C12FF}"/>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 mai intrebi doar «ce tool folosesc?», ci «la ce trebuie sa se conecteze agentul?»</a:t>
            </a:r>
          </a:p>
        </p:txBody>
      </p:sp>
      <p:sp>
        <p:nvSpPr>
          <p:cNvPr id="6" name="">
            <a:extLst xmlns:a="http://schemas.openxmlformats.org/drawingml/2006/main">
              <a:ext uri="{FF2B5EF4-FFF2-40B4-BE49-F238E27FC236}">
                <a16:creationId xmlns:a16="http://schemas.microsoft.com/office/drawing/2014/main" id="{B0B2EFDF-7C49-4AB1-8721-BC82D4A1C14E}"/>
              </a:ext>
            </a:extLst>
          </p:cNvPr>
          <p:cNvSpPr>
            <a:spLocks xmlns:a="http://schemas.openxmlformats.org/drawingml/2006/main" noGrp="1"/>
          </p:cNvSpPr>
          <p:nvPr/>
        </p:nvSpPr>
        <p:spPr>
          <a:xfrm xmlns:a="http://schemas.openxmlformats.org/drawingml/2006/main">
            <a:off x="5048250" y="3067050"/>
            <a:ext cx="2095500" cy="1257300"/>
          </a:xfrm>
          <a:prstGeom xmlns:a="http://schemas.openxmlformats.org/drawingml/2006/main" prst="roundRect">
            <a:avLst>
              <a:gd name="adj" fmla="val 18182"/>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0000"/>
              </a:lnSpc>
              <a:buNone/>
              <a:defRPr sz="2025" b="1">
                <a:solidFill>
                  <a:srgbClr val="FFFFFF"/>
                </a:solidFill>
                <a:latin typeface="Onest"/>
                <a:ea typeface="Onest"/>
                <a:cs typeface="Onest"/>
              </a:defRPr>
            </a:pPr>
            <a:r>
              <a:rPr sz="2025" b="1">
                <a:solidFill>
                  <a:srgbClr val="FFFFFF"/>
                </a:solidFill>
                <a:latin typeface="Onest"/>
                <a:ea typeface="Onest"/>
                <a:cs typeface="Onest"/>
              </a:rPr>
              <a:t>AGENT</a:t>
            </a:r>
          </a:p>
          <a:p xmlns:a="http://schemas.openxmlformats.org/drawingml/2006/main">
            <a:pPr algn="ctr">
              <a:lnSpc>
                <a:spcPct val="100000"/>
              </a:lnSpc>
              <a:buNone/>
              <a:defRPr sz="2025" b="1">
                <a:solidFill>
                  <a:srgbClr val="FFFFFF"/>
                </a:solidFill>
                <a:latin typeface="Onest"/>
                <a:ea typeface="Onest"/>
                <a:cs typeface="Onest"/>
              </a:defRPr>
            </a:pPr>
            <a:r>
              <a:rPr sz="2025" b="1">
                <a:solidFill>
                  <a:srgbClr val="FFFFFF"/>
                </a:solidFill>
                <a:latin typeface="Onest"/>
                <a:ea typeface="Onest"/>
                <a:cs typeface="Onest"/>
              </a:rPr>
              <a:t>orchestrator</a:t>
            </a:r>
          </a:p>
        </p:txBody>
      </p:sp>
      <p:sp>
        <p:nvSpPr>
          <p:cNvPr id="7" name="">
            <a:extLst xmlns:a="http://schemas.openxmlformats.org/drawingml/2006/main">
              <a:ext uri="{FF2B5EF4-FFF2-40B4-BE49-F238E27FC236}">
                <a16:creationId xmlns:a16="http://schemas.microsoft.com/office/drawing/2014/main" id="{D68C11D7-13DE-43F2-8104-DD0217CAC767}"/>
              </a:ext>
            </a:extLst>
          </p:cNvPr>
          <p:cNvSpPr>
            <a:spLocks xmlns:a="http://schemas.openxmlformats.org/drawingml/2006/main" noGrp="1"/>
          </p:cNvSpPr>
          <p:nvPr/>
        </p:nvSpPr>
        <p:spPr>
          <a:xfrm xmlns:a="http://schemas.openxmlformats.org/drawingml/2006/main">
            <a:off x="2914650" y="2609850"/>
            <a:ext cx="2133600" cy="81915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8" name="">
            <a:extLst xmlns:a="http://schemas.openxmlformats.org/drawingml/2006/main">
              <a:ext uri="{FF2B5EF4-FFF2-40B4-BE49-F238E27FC236}">
                <a16:creationId xmlns:a16="http://schemas.microsoft.com/office/drawing/2014/main" id="{BD7B3BBD-6356-4F4B-9707-427F6A68CD58}"/>
              </a:ext>
            </a:extLst>
          </p:cNvPr>
          <p:cNvSpPr>
            <a:spLocks xmlns:a="http://schemas.openxmlformats.org/drawingml/2006/main" noGrp="1"/>
          </p:cNvSpPr>
          <p:nvPr/>
        </p:nvSpPr>
        <p:spPr>
          <a:xfrm xmlns:a="http://schemas.openxmlformats.org/drawingml/2006/main">
            <a:off x="4591050" y="2419350"/>
            <a:ext cx="1504950" cy="64770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9" name="">
            <a:extLst xmlns:a="http://schemas.openxmlformats.org/drawingml/2006/main">
              <a:ext uri="{FF2B5EF4-FFF2-40B4-BE49-F238E27FC236}">
                <a16:creationId xmlns:a16="http://schemas.microsoft.com/office/drawing/2014/main" id="{AD22B62E-F2B0-4E84-AF50-480ECC369B9C}"/>
              </a:ext>
            </a:extLst>
          </p:cNvPr>
          <p:cNvSpPr>
            <a:spLocks xmlns:a="http://schemas.openxmlformats.org/drawingml/2006/main" noGrp="1"/>
          </p:cNvSpPr>
          <p:nvPr/>
        </p:nvSpPr>
        <p:spPr>
          <a:xfrm xmlns:a="http://schemas.openxmlformats.org/drawingml/2006/main">
            <a:off x="7143750" y="2419350"/>
            <a:ext cx="704850" cy="127635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0" name="">
            <a:extLst xmlns:a="http://schemas.openxmlformats.org/drawingml/2006/main">
              <a:ext uri="{FF2B5EF4-FFF2-40B4-BE49-F238E27FC236}">
                <a16:creationId xmlns:a16="http://schemas.microsoft.com/office/drawing/2014/main" id="{D366F690-5A95-41D8-B1DC-5E59B885169C}"/>
              </a:ext>
            </a:extLst>
          </p:cNvPr>
          <p:cNvSpPr>
            <a:spLocks xmlns:a="http://schemas.openxmlformats.org/drawingml/2006/main" noGrp="1"/>
          </p:cNvSpPr>
          <p:nvPr/>
        </p:nvSpPr>
        <p:spPr>
          <a:xfrm xmlns:a="http://schemas.openxmlformats.org/drawingml/2006/main">
            <a:off x="7143750" y="3562350"/>
            <a:ext cx="2476500" cy="13335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1" name="">
            <a:extLst xmlns:a="http://schemas.openxmlformats.org/drawingml/2006/main">
              <a:ext uri="{FF2B5EF4-FFF2-40B4-BE49-F238E27FC236}">
                <a16:creationId xmlns:a16="http://schemas.microsoft.com/office/drawing/2014/main" id="{61E18405-5DD1-4F1B-AB88-4BFAD6D0E843}"/>
              </a:ext>
            </a:extLst>
          </p:cNvPr>
          <p:cNvSpPr>
            <a:spLocks xmlns:a="http://schemas.openxmlformats.org/drawingml/2006/main" noGrp="1"/>
          </p:cNvSpPr>
          <p:nvPr/>
        </p:nvSpPr>
        <p:spPr>
          <a:xfrm xmlns:a="http://schemas.openxmlformats.org/drawingml/2006/main">
            <a:off x="4533900" y="4324350"/>
            <a:ext cx="514350" cy="87630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2" name="">
            <a:extLst xmlns:a="http://schemas.openxmlformats.org/drawingml/2006/main">
              <a:ext uri="{FF2B5EF4-FFF2-40B4-BE49-F238E27FC236}">
                <a16:creationId xmlns:a16="http://schemas.microsoft.com/office/drawing/2014/main" id="{7DA85337-263C-4EC2-BB1B-7DD6BB33EFD3}"/>
              </a:ext>
            </a:extLst>
          </p:cNvPr>
          <p:cNvSpPr>
            <a:spLocks xmlns:a="http://schemas.openxmlformats.org/drawingml/2006/main" noGrp="1"/>
          </p:cNvSpPr>
          <p:nvPr/>
        </p:nvSpPr>
        <p:spPr>
          <a:xfrm xmlns:a="http://schemas.openxmlformats.org/drawingml/2006/main">
            <a:off x="7143750" y="4324350"/>
            <a:ext cx="1352550" cy="87630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3" name="">
            <a:extLst xmlns:a="http://schemas.openxmlformats.org/drawingml/2006/main">
              <a:ext uri="{FF2B5EF4-FFF2-40B4-BE49-F238E27FC236}">
                <a16:creationId xmlns:a16="http://schemas.microsoft.com/office/drawing/2014/main" id="{9D97D752-0BDD-4EBF-8311-E178E3CAFFEC}"/>
              </a:ext>
            </a:extLst>
          </p:cNvPr>
          <p:cNvSpPr>
            <a:spLocks xmlns:a="http://schemas.openxmlformats.org/drawingml/2006/main" noGrp="1"/>
          </p:cNvSpPr>
          <p:nvPr/>
        </p:nvSpPr>
        <p:spPr>
          <a:xfrm xmlns:a="http://schemas.openxmlformats.org/drawingml/2006/main">
            <a:off x="1200150" y="2266950"/>
            <a:ext cx="1714500" cy="685800"/>
          </a:xfrm>
          <a:prstGeom xmlns:a="http://schemas.openxmlformats.org/drawingml/2006/main" prst="roundRect">
            <a:avLst>
              <a:gd name="adj" fmla="val 19444"/>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Fisiere locale</a:t>
            </a:r>
          </a:p>
        </p:txBody>
      </p:sp>
      <p:sp>
        <p:nvSpPr>
          <p:cNvPr id="14" name="">
            <a:extLst xmlns:a="http://schemas.openxmlformats.org/drawingml/2006/main">
              <a:ext uri="{FF2B5EF4-FFF2-40B4-BE49-F238E27FC236}">
                <a16:creationId xmlns:a16="http://schemas.microsoft.com/office/drawing/2014/main" id="{4B6C2AC8-D099-4D1C-B78E-2EF25C910A84}"/>
              </a:ext>
            </a:extLst>
          </p:cNvPr>
          <p:cNvSpPr>
            <a:spLocks xmlns:a="http://schemas.openxmlformats.org/drawingml/2006/main" noGrp="1"/>
          </p:cNvSpPr>
          <p:nvPr/>
        </p:nvSpPr>
        <p:spPr>
          <a:xfrm xmlns:a="http://schemas.openxmlformats.org/drawingml/2006/main">
            <a:off x="3733800" y="2076450"/>
            <a:ext cx="1714500" cy="685800"/>
          </a:xfrm>
          <a:prstGeom xmlns:a="http://schemas.openxmlformats.org/drawingml/2006/main" prst="roundRect">
            <a:avLst>
              <a:gd name="adj" fmla="val 19444"/>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Website-uri</a:t>
            </a:r>
          </a:p>
        </p:txBody>
      </p:sp>
      <p:sp>
        <p:nvSpPr>
          <p:cNvPr id="15" name="">
            <a:extLst xmlns:a="http://schemas.openxmlformats.org/drawingml/2006/main">
              <a:ext uri="{FF2B5EF4-FFF2-40B4-BE49-F238E27FC236}">
                <a16:creationId xmlns:a16="http://schemas.microsoft.com/office/drawing/2014/main" id="{1AF3FC44-70E8-4539-B18C-1B6A1DE73825}"/>
              </a:ext>
            </a:extLst>
          </p:cNvPr>
          <p:cNvSpPr>
            <a:spLocks xmlns:a="http://schemas.openxmlformats.org/drawingml/2006/main" noGrp="1"/>
          </p:cNvSpPr>
          <p:nvPr/>
        </p:nvSpPr>
        <p:spPr>
          <a:xfrm xmlns:a="http://schemas.openxmlformats.org/drawingml/2006/main">
            <a:off x="7848600" y="2076450"/>
            <a:ext cx="1714500" cy="685800"/>
          </a:xfrm>
          <a:prstGeom xmlns:a="http://schemas.openxmlformats.org/drawingml/2006/main" prst="roundRect">
            <a:avLst>
              <a:gd name="adj" fmla="val 19444"/>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Google Sheets</a:t>
            </a:r>
          </a:p>
        </p:txBody>
      </p:sp>
      <p:sp>
        <p:nvSpPr>
          <p:cNvPr id="16" name="">
            <a:extLst xmlns:a="http://schemas.openxmlformats.org/drawingml/2006/main">
              <a:ext uri="{FF2B5EF4-FFF2-40B4-BE49-F238E27FC236}">
                <a16:creationId xmlns:a16="http://schemas.microsoft.com/office/drawing/2014/main" id="{CF50FD7F-9B86-47E4-BFAC-B8DF155C7B1C}"/>
              </a:ext>
            </a:extLst>
          </p:cNvPr>
          <p:cNvSpPr>
            <a:spLocks xmlns:a="http://schemas.openxmlformats.org/drawingml/2006/main" noGrp="1"/>
          </p:cNvSpPr>
          <p:nvPr/>
        </p:nvSpPr>
        <p:spPr>
          <a:xfrm xmlns:a="http://schemas.openxmlformats.org/drawingml/2006/main">
            <a:off x="9620250" y="3219450"/>
            <a:ext cx="1714500" cy="685800"/>
          </a:xfrm>
          <a:prstGeom xmlns:a="http://schemas.openxmlformats.org/drawingml/2006/main" prst="roundRect">
            <a:avLst>
              <a:gd name="adj" fmla="val 19444"/>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Email provider</a:t>
            </a:r>
          </a:p>
        </p:txBody>
      </p:sp>
      <p:sp>
        <p:nvSpPr>
          <p:cNvPr id="17" name="">
            <a:extLst xmlns:a="http://schemas.openxmlformats.org/drawingml/2006/main">
              <a:ext uri="{FF2B5EF4-FFF2-40B4-BE49-F238E27FC236}">
                <a16:creationId xmlns:a16="http://schemas.microsoft.com/office/drawing/2014/main" id="{273C01BB-0109-4C01-9D0B-448B7F554917}"/>
              </a:ext>
            </a:extLst>
          </p:cNvPr>
          <p:cNvSpPr>
            <a:spLocks xmlns:a="http://schemas.openxmlformats.org/drawingml/2006/main" noGrp="1"/>
          </p:cNvSpPr>
          <p:nvPr/>
        </p:nvSpPr>
        <p:spPr>
          <a:xfrm xmlns:a="http://schemas.openxmlformats.org/drawingml/2006/main">
            <a:off x="3676650" y="4857750"/>
            <a:ext cx="1714500" cy="685800"/>
          </a:xfrm>
          <a:prstGeom xmlns:a="http://schemas.openxmlformats.org/drawingml/2006/main" prst="roundRect">
            <a:avLst>
              <a:gd name="adj" fmla="val 19444"/>
            </a:avLst>
          </a:prstGeom>
          <a:solidFill xmlns:a="http://schemas.openxmlformats.org/drawingml/2006/main">
            <a:srgbClr val="FCE7F3"/>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API direct</a:t>
            </a:r>
          </a:p>
        </p:txBody>
      </p:sp>
      <p:sp>
        <p:nvSpPr>
          <p:cNvPr id="18" name="">
            <a:extLst xmlns:a="http://schemas.openxmlformats.org/drawingml/2006/main">
              <a:ext uri="{FF2B5EF4-FFF2-40B4-BE49-F238E27FC236}">
                <a16:creationId xmlns:a16="http://schemas.microsoft.com/office/drawing/2014/main" id="{FE15FABE-1C3F-4E34-908D-6521A59DC65F}"/>
              </a:ext>
            </a:extLst>
          </p:cNvPr>
          <p:cNvSpPr>
            <a:spLocks xmlns:a="http://schemas.openxmlformats.org/drawingml/2006/main" noGrp="1"/>
          </p:cNvSpPr>
          <p:nvPr/>
        </p:nvSpPr>
        <p:spPr>
          <a:xfrm xmlns:a="http://schemas.openxmlformats.org/drawingml/2006/main">
            <a:off x="7639050" y="4857750"/>
            <a:ext cx="1714500" cy="685800"/>
          </a:xfrm>
          <a:prstGeom xmlns:a="http://schemas.openxmlformats.org/drawingml/2006/main" prst="roundRect">
            <a:avLst>
              <a:gd name="adj" fmla="val 19444"/>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MCP / Composio</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dad6851492e4f08"/>
          <a:stretch xmlns:a="http://schemas.openxmlformats.org/drawingml/2006/main"/>
        </p:blipFill>
        <p:spPr>
          <a:xfrm xmlns:a="http://schemas.openxmlformats.org/drawingml/2006/main">
            <a:off x="8020050" y="2152650"/>
            <a:ext cx="266700" cy="2667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99c443f0d8e4fbf"/>
          <a:stretch xmlns:a="http://schemas.openxmlformats.org/drawingml/2006/main"/>
        </p:blipFill>
        <p:spPr>
          <a:xfrm xmlns:a="http://schemas.openxmlformats.org/drawingml/2006/main">
            <a:off x="9772650" y="3333750"/>
            <a:ext cx="266700" cy="266700"/>
          </a:xfrm>
          <a:prstGeom xmlns:a="http://schemas.openxmlformats.org/drawingml/2006/main" prst="rect">
            <a:avLst/>
          </a:prstGeom>
        </p:spPr>
      </p:pic>
    </p:spTree>
    <p:extLst>
      <p:ext uri="{BB962C8B-B14F-4D97-AF65-F5344CB8AC3E}">
        <p14:creationId xmlns:p14="http://schemas.microsoft.com/office/powerpoint/2010/main" val="14387576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5C75F1-1BF0-4B2F-A6A4-F6BAFFC3EE6A}"/>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07 / 30</a:t>
            </a:r>
          </a:p>
        </p:txBody>
      </p:sp>
      <p:sp>
        <p:nvSpPr>
          <p:cNvPr id="2" name="">
            <a:extLst xmlns:a="http://schemas.openxmlformats.org/drawingml/2006/main">
              <a:ext uri="{FF2B5EF4-FFF2-40B4-BE49-F238E27FC236}">
                <a16:creationId xmlns:a16="http://schemas.microsoft.com/office/drawing/2014/main" id="{E6696EFC-3EA1-4D69-A725-5A5BA9D89A5C}"/>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265EFEC-9125-4C34-907F-E72C268CF322}"/>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API</a:t>
            </a:r>
          </a:p>
        </p:txBody>
      </p:sp>
      <p:sp>
        <p:nvSpPr>
          <p:cNvPr id="4" name="">
            <a:extLst xmlns:a="http://schemas.openxmlformats.org/drawingml/2006/main">
              <a:ext uri="{FF2B5EF4-FFF2-40B4-BE49-F238E27FC236}">
                <a16:creationId xmlns:a16="http://schemas.microsoft.com/office/drawing/2014/main" id="{9B2B93D9-C4F8-4DB1-8643-9346B352C841}"/>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API-ul este usa la care bati cu un cod secret</a:t>
            </a:r>
          </a:p>
        </p:txBody>
      </p:sp>
      <p:sp>
        <p:nvSpPr>
          <p:cNvPr id="5" name="">
            <a:extLst xmlns:a="http://schemas.openxmlformats.org/drawingml/2006/main">
              <a:ext uri="{FF2B5EF4-FFF2-40B4-BE49-F238E27FC236}">
                <a16:creationId xmlns:a16="http://schemas.microsoft.com/office/drawing/2014/main" id="{26690F46-86D9-4391-8147-DE5753D9050C}"/>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Cheia API spune aplicatiei cine esti si daca ai voie sa faci schimb de date.</a:t>
            </a:r>
          </a:p>
        </p:txBody>
      </p:sp>
      <p:sp>
        <p:nvSpPr>
          <p:cNvPr id="6" name="">
            <a:extLst xmlns:a="http://schemas.openxmlformats.org/drawingml/2006/main">
              <a:ext uri="{FF2B5EF4-FFF2-40B4-BE49-F238E27FC236}">
                <a16:creationId xmlns:a16="http://schemas.microsoft.com/office/drawing/2014/main" id="{D364FCE4-9F41-44DA-8F48-156C094366E4}"/>
              </a:ext>
            </a:extLst>
          </p:cNvPr>
          <p:cNvSpPr>
            <a:spLocks xmlns:a="http://schemas.openxmlformats.org/drawingml/2006/main" noGrp="1"/>
          </p:cNvSpPr>
          <p:nvPr/>
        </p:nvSpPr>
        <p:spPr>
          <a:xfrm xmlns:a="http://schemas.openxmlformats.org/drawingml/2006/main">
            <a:off x="1123950" y="2686050"/>
            <a:ext cx="2647950" cy="2190750"/>
          </a:xfrm>
          <a:prstGeom xmlns:a="http://schemas.openxmlformats.org/drawingml/2006/main" prst="roundRect">
            <a:avLst>
              <a:gd name="adj" fmla="val 7826"/>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2025" b="1">
                <a:solidFill>
                  <a:srgbClr val="2D52D4"/>
                </a:solidFill>
                <a:latin typeface="Onest"/>
                <a:ea typeface="Onest"/>
                <a:cs typeface="Onest"/>
              </a:defRPr>
            </a:pPr>
            <a:r>
              <a:rPr sz="2025" b="1">
                <a:solidFill>
                  <a:srgbClr val="2D52D4"/>
                </a:solidFill>
                <a:latin typeface="Onest"/>
                <a:ea typeface="Onest"/>
                <a:cs typeface="Onest"/>
              </a:rPr>
              <a:t>Aplicatia A</a:t>
            </a:r>
          </a:p>
          <a:p xmlns:a="http://schemas.openxmlformats.org/drawingml/2006/main">
            <a:pPr algn="ctr">
              <a:lnSpc>
                <a:spcPct val="105000"/>
              </a:lnSpc>
              <a:buNone/>
              <a:defRPr sz="2025" b="1">
                <a:solidFill>
                  <a:srgbClr val="2D52D4"/>
                </a:solidFill>
                <a:latin typeface="Onest"/>
                <a:ea typeface="Onest"/>
                <a:cs typeface="Onest"/>
              </a:defRPr>
            </a:pPr>
            <a:r>
              <a:rPr sz="2025" b="1">
                <a:solidFill>
                  <a:srgbClr val="2D52D4"/>
                </a:solidFill>
                <a:latin typeface="Onest"/>
                <a:ea typeface="Onest"/>
                <a:cs typeface="Onest"/>
              </a:rPr>
              <a:t>agentul tau</a:t>
            </a:r>
          </a:p>
        </p:txBody>
      </p:sp>
      <p:sp>
        <p:nvSpPr>
          <p:cNvPr id="7" name="">
            <a:extLst xmlns:a="http://schemas.openxmlformats.org/drawingml/2006/main">
              <a:ext uri="{FF2B5EF4-FFF2-40B4-BE49-F238E27FC236}">
                <a16:creationId xmlns:a16="http://schemas.microsoft.com/office/drawing/2014/main" id="{7A3D0563-A490-453E-AF23-F747E9776D84}"/>
              </a:ext>
            </a:extLst>
          </p:cNvPr>
          <p:cNvSpPr>
            <a:spLocks xmlns:a="http://schemas.openxmlformats.org/drawingml/2006/main" noGrp="1"/>
          </p:cNvSpPr>
          <p:nvPr/>
        </p:nvSpPr>
        <p:spPr>
          <a:xfrm xmlns:a="http://schemas.openxmlformats.org/drawingml/2006/main">
            <a:off x="8420100" y="2686050"/>
            <a:ext cx="2647950" cy="2190750"/>
          </a:xfrm>
          <a:prstGeom xmlns:a="http://schemas.openxmlformats.org/drawingml/2006/main" prst="roundRect">
            <a:avLst>
              <a:gd name="adj" fmla="val 7826"/>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2025" b="1">
                <a:solidFill>
                  <a:srgbClr val="C2410C"/>
                </a:solidFill>
                <a:latin typeface="Onest"/>
                <a:ea typeface="Onest"/>
                <a:cs typeface="Onest"/>
              </a:defRPr>
            </a:pPr>
            <a:r>
              <a:rPr sz="2025" b="1">
                <a:solidFill>
                  <a:srgbClr val="C2410C"/>
                </a:solidFill>
                <a:latin typeface="Onest"/>
                <a:ea typeface="Onest"/>
                <a:cs typeface="Onest"/>
              </a:rPr>
              <a:t>Aplicatia B</a:t>
            </a:r>
          </a:p>
          <a:p xmlns:a="http://schemas.openxmlformats.org/drawingml/2006/main">
            <a:pPr algn="ctr">
              <a:lnSpc>
                <a:spcPct val="105000"/>
              </a:lnSpc>
              <a:buNone/>
              <a:defRPr sz="2025" b="1">
                <a:solidFill>
                  <a:srgbClr val="C2410C"/>
                </a:solidFill>
                <a:latin typeface="Onest"/>
                <a:ea typeface="Onest"/>
                <a:cs typeface="Onest"/>
              </a:defRPr>
            </a:pPr>
            <a:r>
              <a:rPr sz="2025" b="1">
                <a:solidFill>
                  <a:srgbClr val="C2410C"/>
                </a:solidFill>
                <a:latin typeface="Onest"/>
                <a:ea typeface="Onest"/>
                <a:cs typeface="Onest"/>
              </a:rPr>
              <a:t>email / CRM</a:t>
            </a:r>
          </a:p>
        </p:txBody>
      </p:sp>
      <p:sp>
        <p:nvSpPr>
          <p:cNvPr id="8" name="">
            <a:extLst xmlns:a="http://schemas.openxmlformats.org/drawingml/2006/main">
              <a:ext uri="{FF2B5EF4-FFF2-40B4-BE49-F238E27FC236}">
                <a16:creationId xmlns:a16="http://schemas.microsoft.com/office/drawing/2014/main" id="{AF715A03-EDDA-40CE-A70B-F7BAF07A098E}"/>
              </a:ext>
            </a:extLst>
          </p:cNvPr>
          <p:cNvSpPr>
            <a:spLocks xmlns:a="http://schemas.openxmlformats.org/drawingml/2006/main" noGrp="1"/>
          </p:cNvSpPr>
          <p:nvPr/>
        </p:nvSpPr>
        <p:spPr>
          <a:xfrm xmlns:a="http://schemas.openxmlformats.org/drawingml/2006/main">
            <a:off x="4800600" y="2895600"/>
            <a:ext cx="2571750" cy="1752600"/>
          </a:xfrm>
          <a:prstGeom xmlns:a="http://schemas.openxmlformats.org/drawingml/2006/main" prst="roundRect">
            <a:avLst>
              <a:gd name="adj" fmla="val 9783"/>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800" b="1">
                <a:solidFill>
                  <a:srgbClr val="0F172A"/>
                </a:solidFill>
                <a:latin typeface="Onest"/>
                <a:ea typeface="Onest"/>
                <a:cs typeface="Onest"/>
              </a:defRPr>
            </a:pPr>
            <a:r>
              <a:rPr sz="1800" b="1">
                <a:solidFill>
                  <a:srgbClr val="0F172A"/>
                </a:solidFill>
                <a:latin typeface="Onest"/>
                <a:ea typeface="Onest"/>
                <a:cs typeface="Onest"/>
              </a:rPr>
              <a:t>Tuc-tuc.</a:t>
            </a:r>
          </a:p>
          <a:p xmlns:a="http://schemas.openxmlformats.org/drawingml/2006/main">
            <a:pPr algn="ctr">
              <a:lnSpc>
                <a:spcPct val="105000"/>
              </a:lnSpc>
              <a:buNone/>
              <a:defRPr sz="1800" b="1">
                <a:solidFill>
                  <a:srgbClr val="0F172A"/>
                </a:solidFill>
                <a:latin typeface="Onest"/>
                <a:ea typeface="Onest"/>
                <a:cs typeface="Onest"/>
              </a:defRPr>
            </a:pPr>
            <a:r>
              <a:rPr sz="1800" b="1">
                <a:solidFill>
                  <a:srgbClr val="0F172A"/>
                </a:solidFill>
                <a:latin typeface="Onest"/>
                <a:ea typeface="Onest"/>
                <a:cs typeface="Onest"/>
              </a:rPr>
              <a:t>Cod secret: API key.</a:t>
            </a:r>
          </a:p>
          <a:p xmlns:a="http://schemas.openxmlformats.org/drawingml/2006/main">
            <a:pPr algn="ctr">
              <a:lnSpc>
                <a:spcPct val="105000"/>
              </a:lnSpc>
              <a:buNone/>
              <a:defRPr sz="1800" b="1">
                <a:solidFill>
                  <a:srgbClr val="0F172A"/>
                </a:solidFill>
                <a:latin typeface="Onest"/>
                <a:ea typeface="Onest"/>
                <a:cs typeface="Onest"/>
              </a:defRPr>
            </a:pPr>
            <a:r>
              <a:rPr sz="1800" b="1">
                <a:solidFill>
                  <a:srgbClr val="0F172A"/>
                </a:solidFill>
                <a:latin typeface="Onest"/>
                <a:ea typeface="Onest"/>
                <a:cs typeface="Onest"/>
              </a:rPr>
              <a:t>Schimb de date permis.</a:t>
            </a:r>
          </a:p>
        </p:txBody>
      </p:sp>
      <p:sp>
        <p:nvSpPr>
          <p:cNvPr id="9" name="">
            <a:extLst xmlns:a="http://schemas.openxmlformats.org/drawingml/2006/main">
              <a:ext uri="{FF2B5EF4-FFF2-40B4-BE49-F238E27FC236}">
                <a16:creationId xmlns:a16="http://schemas.microsoft.com/office/drawing/2014/main" id="{E7FB65E7-A0CF-42D0-A18B-20F594AEF583}"/>
              </a:ext>
            </a:extLst>
          </p:cNvPr>
          <p:cNvSpPr>
            <a:spLocks xmlns:a="http://schemas.openxmlformats.org/drawingml/2006/main" noGrp="1"/>
          </p:cNvSpPr>
          <p:nvPr/>
        </p:nvSpPr>
        <p:spPr>
          <a:xfrm xmlns:a="http://schemas.openxmlformats.org/drawingml/2006/main">
            <a:off x="4095750" y="35623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0" name="">
            <a:extLst xmlns:a="http://schemas.openxmlformats.org/drawingml/2006/main">
              <a:ext uri="{FF2B5EF4-FFF2-40B4-BE49-F238E27FC236}">
                <a16:creationId xmlns:a16="http://schemas.microsoft.com/office/drawing/2014/main" id="{D88092D7-D415-4F06-B5F8-43EF05CACD2B}"/>
              </a:ext>
            </a:extLst>
          </p:cNvPr>
          <p:cNvSpPr>
            <a:spLocks xmlns:a="http://schemas.openxmlformats.org/drawingml/2006/main" noGrp="1"/>
          </p:cNvSpPr>
          <p:nvPr/>
        </p:nvSpPr>
        <p:spPr>
          <a:xfrm xmlns:a="http://schemas.openxmlformats.org/drawingml/2006/main">
            <a:off x="7715250" y="35623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1" name="">
            <a:extLst xmlns:a="http://schemas.openxmlformats.org/drawingml/2006/main">
              <a:ext uri="{FF2B5EF4-FFF2-40B4-BE49-F238E27FC236}">
                <a16:creationId xmlns:a16="http://schemas.microsoft.com/office/drawing/2014/main" id="{64EEAA5F-7FD3-40B6-843B-E16AA1DDB481}"/>
              </a:ext>
            </a:extLst>
          </p:cNvPr>
          <p:cNvSpPr>
            <a:spLocks xmlns:a="http://schemas.openxmlformats.org/drawingml/2006/main" noGrp="1"/>
          </p:cNvSpPr>
          <p:nvPr/>
        </p:nvSpPr>
        <p:spPr>
          <a:xfrm xmlns:a="http://schemas.openxmlformats.org/drawingml/2006/main">
            <a:off x="2933700" y="5391150"/>
            <a:ext cx="63246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9525">
            <a:solidFill>
              <a:srgbClr val="FECACA"/>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725" b="1">
                <a:solidFill>
                  <a:srgbClr val="B91C1C"/>
                </a:solidFill>
                <a:latin typeface="Onest"/>
                <a:ea typeface="Onest"/>
                <a:cs typeface="Onest"/>
              </a:defRPr>
            </a:pPr>
            <a:r>
              <a:rPr sz="1725" b="1">
                <a:solidFill>
                  <a:srgbClr val="B91C1C"/>
                </a:solidFill>
                <a:latin typeface="Onest"/>
                <a:ea typeface="Onest"/>
                <a:cs typeface="Onest"/>
              </a:rPr>
              <a:t>Regula: cheia API nu se pune in chat.</a:t>
            </a:r>
          </a:p>
        </p:txBody>
      </p:sp>
    </p:spTree>
    <p:extLst>
      <p:ext uri="{BB962C8B-B14F-4D97-AF65-F5344CB8AC3E}">
        <p14:creationId xmlns:p14="http://schemas.microsoft.com/office/powerpoint/2010/main" val="18873122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9A7208A-B306-49DC-8585-3744F3071034}"/>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08 / 30</a:t>
            </a:r>
          </a:p>
        </p:txBody>
      </p:sp>
      <p:sp>
        <p:nvSpPr>
          <p:cNvPr id="2" name="">
            <a:extLst xmlns:a="http://schemas.openxmlformats.org/drawingml/2006/main">
              <a:ext uri="{FF2B5EF4-FFF2-40B4-BE49-F238E27FC236}">
                <a16:creationId xmlns:a16="http://schemas.microsoft.com/office/drawing/2014/main" id="{715038DE-A867-483B-AFE3-94C05E26D827}"/>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C736EA-96B9-47D3-849B-F4C3A4AECE23}"/>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SECRETE</a:t>
            </a:r>
          </a:p>
        </p:txBody>
      </p:sp>
      <p:sp>
        <p:nvSpPr>
          <p:cNvPr id="4" name="">
            <a:extLst xmlns:a="http://schemas.openxmlformats.org/drawingml/2006/main">
              <a:ext uri="{FF2B5EF4-FFF2-40B4-BE49-F238E27FC236}">
                <a16:creationId xmlns:a16="http://schemas.microsoft.com/office/drawing/2014/main" id="{AC15330A-9091-4B38-933D-25A9FECD3E26}"/>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Cheile API sunt parole operationale</a:t>
            </a:r>
          </a:p>
        </p:txBody>
      </p:sp>
      <p:sp>
        <p:nvSpPr>
          <p:cNvPr id="5" name="">
            <a:extLst xmlns:a="http://schemas.openxmlformats.org/drawingml/2006/main">
              <a:ext uri="{FF2B5EF4-FFF2-40B4-BE49-F238E27FC236}">
                <a16:creationId xmlns:a16="http://schemas.microsoft.com/office/drawing/2014/main" id="{8E400D17-0A87-4C0D-8488-35A0A8C81F0F}"/>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Le tratezi ca pe acces la bani, date si reputatia domeniului tau.</a:t>
            </a:r>
          </a:p>
        </p:txBody>
      </p:sp>
      <p:sp>
        <p:nvSpPr>
          <p:cNvPr id="6" name="">
            <a:extLst xmlns:a="http://schemas.openxmlformats.org/drawingml/2006/main">
              <a:ext uri="{FF2B5EF4-FFF2-40B4-BE49-F238E27FC236}">
                <a16:creationId xmlns:a16="http://schemas.microsoft.com/office/drawing/2014/main" id="{F169AABE-01E1-4D17-A1A1-BD353AC368FB}"/>
              </a:ext>
            </a:extLst>
          </p:cNvPr>
          <p:cNvSpPr>
            <a:spLocks xmlns:a="http://schemas.openxmlformats.org/drawingml/2006/main" noGrp="1"/>
          </p:cNvSpPr>
          <p:nvPr/>
        </p:nvSpPr>
        <p:spPr>
          <a:xfrm xmlns:a="http://schemas.openxmlformats.org/drawingml/2006/main">
            <a:off x="1009650" y="2381250"/>
            <a:ext cx="4810125" cy="2857500"/>
          </a:xfrm>
          <a:prstGeom xmlns:a="http://schemas.openxmlformats.org/drawingml/2006/main" prst="roundRect">
            <a:avLst>
              <a:gd name="adj" fmla="val 5333"/>
            </a:avLst>
          </a:prstGeom>
          <a:solidFill xmlns:a="http://schemas.openxmlformats.org/drawingml/2006/main">
            <a:srgbClr val="FEF2F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A4BB344-914E-488F-88A4-46788181EDFD}"/>
              </a:ext>
            </a:extLst>
          </p:cNvPr>
          <p:cNvSpPr>
            <a:spLocks xmlns:a="http://schemas.openxmlformats.org/drawingml/2006/main" noGrp="1"/>
          </p:cNvSpPr>
          <p:nvPr/>
        </p:nvSpPr>
        <p:spPr>
          <a:xfrm xmlns:a="http://schemas.openxmlformats.org/drawingml/2006/main">
            <a:off x="1333500" y="2705100"/>
            <a:ext cx="76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250" b="1" i="0">
                <a:solidFill>
                  <a:srgbClr val="DC2626"/>
                </a:solidFill>
                <a:latin typeface="Onest"/>
                <a:ea typeface="Onest"/>
                <a:cs typeface="Onest"/>
              </a:defRPr>
            </a:pPr>
            <a:r>
              <a:rPr sz="2250" b="1" i="0">
                <a:solidFill>
                  <a:srgbClr val="DC2626"/>
                </a:solidFill>
                <a:latin typeface="Onest"/>
                <a:ea typeface="Onest"/>
                <a:cs typeface="Onest"/>
              </a:rPr>
              <a:t>NU</a:t>
            </a:r>
          </a:p>
        </p:txBody>
      </p:sp>
      <p:sp>
        <p:nvSpPr>
          <p:cNvPr id="8" name="">
            <a:extLst xmlns:a="http://schemas.openxmlformats.org/drawingml/2006/main">
              <a:ext uri="{FF2B5EF4-FFF2-40B4-BE49-F238E27FC236}">
                <a16:creationId xmlns:a16="http://schemas.microsoft.com/office/drawing/2014/main" id="{BBBAF5CB-98C2-4074-9922-A35B78592E6B}"/>
              </a:ext>
            </a:extLst>
          </p:cNvPr>
          <p:cNvSpPr>
            <a:spLocks xmlns:a="http://schemas.openxmlformats.org/drawingml/2006/main" noGrp="1"/>
          </p:cNvSpPr>
          <p:nvPr/>
        </p:nvSpPr>
        <p:spPr>
          <a:xfrm xmlns:a="http://schemas.openxmlformats.org/drawingml/2006/main">
            <a:off x="1371600" y="3352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9" name="">
            <a:extLst xmlns:a="http://schemas.openxmlformats.org/drawingml/2006/main">
              <a:ext uri="{FF2B5EF4-FFF2-40B4-BE49-F238E27FC236}">
                <a16:creationId xmlns:a16="http://schemas.microsoft.com/office/drawing/2014/main" id="{8D659DF3-115E-4607-8CCF-920966E964B3}"/>
              </a:ext>
            </a:extLst>
          </p:cNvPr>
          <p:cNvSpPr>
            <a:spLocks xmlns:a="http://schemas.openxmlformats.org/drawingml/2006/main" noGrp="1"/>
          </p:cNvSpPr>
          <p:nvPr/>
        </p:nvSpPr>
        <p:spPr>
          <a:xfrm xmlns:a="http://schemas.openxmlformats.org/drawingml/2006/main">
            <a:off x="1695450" y="333375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in chat</a:t>
            </a:r>
          </a:p>
        </p:txBody>
      </p:sp>
      <p:sp>
        <p:nvSpPr>
          <p:cNvPr id="10" name="">
            <a:extLst xmlns:a="http://schemas.openxmlformats.org/drawingml/2006/main">
              <a:ext uri="{FF2B5EF4-FFF2-40B4-BE49-F238E27FC236}">
                <a16:creationId xmlns:a16="http://schemas.microsoft.com/office/drawing/2014/main" id="{317D6C87-BDD8-4D82-A8EB-08FA4F5DD723}"/>
              </a:ext>
            </a:extLst>
          </p:cNvPr>
          <p:cNvSpPr>
            <a:spLocks xmlns:a="http://schemas.openxmlformats.org/drawingml/2006/main" noGrp="1"/>
          </p:cNvSpPr>
          <p:nvPr/>
        </p:nvSpPr>
        <p:spPr>
          <a:xfrm xmlns:a="http://schemas.openxmlformats.org/drawingml/2006/main">
            <a:off x="1371600" y="37909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11" name="">
            <a:extLst xmlns:a="http://schemas.openxmlformats.org/drawingml/2006/main">
              <a:ext uri="{FF2B5EF4-FFF2-40B4-BE49-F238E27FC236}">
                <a16:creationId xmlns:a16="http://schemas.microsoft.com/office/drawing/2014/main" id="{F97785FE-B1E1-4E9D-B425-79C9F0C3E90C}"/>
              </a:ext>
            </a:extLst>
          </p:cNvPr>
          <p:cNvSpPr>
            <a:spLocks xmlns:a="http://schemas.openxmlformats.org/drawingml/2006/main" noGrp="1"/>
          </p:cNvSpPr>
          <p:nvPr/>
        </p:nvSpPr>
        <p:spPr>
          <a:xfrm xmlns:a="http://schemas.openxmlformats.org/drawingml/2006/main">
            <a:off x="1695450" y="377190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in cod public</a:t>
            </a:r>
          </a:p>
        </p:txBody>
      </p:sp>
      <p:sp>
        <p:nvSpPr>
          <p:cNvPr id="12" name="">
            <a:extLst xmlns:a="http://schemas.openxmlformats.org/drawingml/2006/main">
              <a:ext uri="{FF2B5EF4-FFF2-40B4-BE49-F238E27FC236}">
                <a16:creationId xmlns:a16="http://schemas.microsoft.com/office/drawing/2014/main" id="{18256EE0-7EB5-494F-A787-BE48DB36DE8D}"/>
              </a:ext>
            </a:extLst>
          </p:cNvPr>
          <p:cNvSpPr>
            <a:spLocks xmlns:a="http://schemas.openxmlformats.org/drawingml/2006/main" noGrp="1"/>
          </p:cNvSpPr>
          <p:nvPr/>
        </p:nvSpPr>
        <p:spPr>
          <a:xfrm xmlns:a="http://schemas.openxmlformats.org/drawingml/2006/main">
            <a:off x="1371600" y="42291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13" name="">
            <a:extLst xmlns:a="http://schemas.openxmlformats.org/drawingml/2006/main">
              <a:ext uri="{FF2B5EF4-FFF2-40B4-BE49-F238E27FC236}">
                <a16:creationId xmlns:a16="http://schemas.microsoft.com/office/drawing/2014/main" id="{B42576B8-CCE1-4C8A-87F5-E9DF016CC25D}"/>
              </a:ext>
            </a:extLst>
          </p:cNvPr>
          <p:cNvSpPr>
            <a:spLocks xmlns:a="http://schemas.openxmlformats.org/drawingml/2006/main" noGrp="1"/>
          </p:cNvSpPr>
          <p:nvPr/>
        </p:nvSpPr>
        <p:spPr>
          <a:xfrm xmlns:a="http://schemas.openxmlformats.org/drawingml/2006/main">
            <a:off x="1695450" y="421005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in screenshot-uri</a:t>
            </a:r>
          </a:p>
        </p:txBody>
      </p:sp>
      <p:sp>
        <p:nvSpPr>
          <p:cNvPr id="14" name="">
            <a:extLst xmlns:a="http://schemas.openxmlformats.org/drawingml/2006/main">
              <a:ext uri="{FF2B5EF4-FFF2-40B4-BE49-F238E27FC236}">
                <a16:creationId xmlns:a16="http://schemas.microsoft.com/office/drawing/2014/main" id="{F437296B-058D-4355-886D-DF4D30893DCE}"/>
              </a:ext>
            </a:extLst>
          </p:cNvPr>
          <p:cNvSpPr>
            <a:spLocks xmlns:a="http://schemas.openxmlformats.org/drawingml/2006/main" noGrp="1"/>
          </p:cNvSpPr>
          <p:nvPr/>
        </p:nvSpPr>
        <p:spPr>
          <a:xfrm xmlns:a="http://schemas.openxmlformats.org/drawingml/2006/main">
            <a:off x="1371600" y="46672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DC2626"/>
                </a:solidFill>
                <a:latin typeface="Onest"/>
                <a:ea typeface="Onest"/>
                <a:cs typeface="Onest"/>
              </a:defRPr>
            </a:pPr>
            <a:r>
              <a:rPr sz="1650" b="1" i="0">
                <a:solidFill>
                  <a:srgbClr val="DC2626"/>
                </a:solidFill>
                <a:latin typeface="Onest"/>
                <a:ea typeface="Onest"/>
                <a:cs typeface="Onest"/>
              </a:rPr>
              <a:t>-</a:t>
            </a:r>
          </a:p>
        </p:txBody>
      </p:sp>
      <p:sp>
        <p:nvSpPr>
          <p:cNvPr id="15" name="">
            <a:extLst xmlns:a="http://schemas.openxmlformats.org/drawingml/2006/main">
              <a:ext uri="{FF2B5EF4-FFF2-40B4-BE49-F238E27FC236}">
                <a16:creationId xmlns:a16="http://schemas.microsoft.com/office/drawing/2014/main" id="{654F42F0-E9A3-42C5-A0C1-23C81E8B5B26}"/>
              </a:ext>
            </a:extLst>
          </p:cNvPr>
          <p:cNvSpPr>
            <a:spLocks xmlns:a="http://schemas.openxmlformats.org/drawingml/2006/main" noGrp="1"/>
          </p:cNvSpPr>
          <p:nvPr/>
        </p:nvSpPr>
        <p:spPr>
          <a:xfrm xmlns:a="http://schemas.openxmlformats.org/drawingml/2006/main">
            <a:off x="1695450" y="464820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in GitHub repository public</a:t>
            </a:r>
          </a:p>
        </p:txBody>
      </p:sp>
      <p:sp>
        <p:nvSpPr>
          <p:cNvPr id="16" name="">
            <a:extLst xmlns:a="http://schemas.openxmlformats.org/drawingml/2006/main">
              <a:ext uri="{FF2B5EF4-FFF2-40B4-BE49-F238E27FC236}">
                <a16:creationId xmlns:a16="http://schemas.microsoft.com/office/drawing/2014/main" id="{5F9F01AF-FEFA-40E5-A195-C8E98F4787E3}"/>
              </a:ext>
            </a:extLst>
          </p:cNvPr>
          <p:cNvSpPr>
            <a:spLocks xmlns:a="http://schemas.openxmlformats.org/drawingml/2006/main" noGrp="1"/>
          </p:cNvSpPr>
          <p:nvPr/>
        </p:nvSpPr>
        <p:spPr>
          <a:xfrm xmlns:a="http://schemas.openxmlformats.org/drawingml/2006/main">
            <a:off x="6362700" y="2381250"/>
            <a:ext cx="4810125" cy="2857500"/>
          </a:xfrm>
          <a:prstGeom xmlns:a="http://schemas.openxmlformats.org/drawingml/2006/main" prst="roundRect">
            <a:avLst>
              <a:gd name="adj" fmla="val 5333"/>
            </a:avLst>
          </a:prstGeom>
          <a:solidFill xmlns:a="http://schemas.openxmlformats.org/drawingml/2006/main">
            <a:srgbClr val="F0FDF4"/>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B3B616F-37BD-480E-9505-144E8B6C1DAB}"/>
              </a:ext>
            </a:extLst>
          </p:cNvPr>
          <p:cNvSpPr>
            <a:spLocks xmlns:a="http://schemas.openxmlformats.org/drawingml/2006/main" noGrp="1"/>
          </p:cNvSpPr>
          <p:nvPr/>
        </p:nvSpPr>
        <p:spPr>
          <a:xfrm xmlns:a="http://schemas.openxmlformats.org/drawingml/2006/main">
            <a:off x="6686550" y="2705100"/>
            <a:ext cx="76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250" b="1" i="0">
                <a:solidFill>
                  <a:srgbClr val="16A34A"/>
                </a:solidFill>
                <a:latin typeface="Onest"/>
                <a:ea typeface="Onest"/>
                <a:cs typeface="Onest"/>
              </a:defRPr>
            </a:pPr>
            <a:r>
              <a:rPr sz="2250" b="1" i="0">
                <a:solidFill>
                  <a:srgbClr val="16A34A"/>
                </a:solidFill>
                <a:latin typeface="Onest"/>
                <a:ea typeface="Onest"/>
                <a:cs typeface="Onest"/>
              </a:rPr>
              <a:t>DA</a:t>
            </a:r>
          </a:p>
        </p:txBody>
      </p:sp>
      <p:sp>
        <p:nvSpPr>
          <p:cNvPr id="18" name="">
            <a:extLst xmlns:a="http://schemas.openxmlformats.org/drawingml/2006/main">
              <a:ext uri="{FF2B5EF4-FFF2-40B4-BE49-F238E27FC236}">
                <a16:creationId xmlns:a16="http://schemas.microsoft.com/office/drawing/2014/main" id="{7026C999-CFEB-4A31-9294-C678687B82E1}"/>
              </a:ext>
            </a:extLst>
          </p:cNvPr>
          <p:cNvSpPr>
            <a:spLocks xmlns:a="http://schemas.openxmlformats.org/drawingml/2006/main" noGrp="1"/>
          </p:cNvSpPr>
          <p:nvPr/>
        </p:nvSpPr>
        <p:spPr>
          <a:xfrm xmlns:a="http://schemas.openxmlformats.org/drawingml/2006/main">
            <a:off x="6724650" y="3352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19" name="">
            <a:extLst xmlns:a="http://schemas.openxmlformats.org/drawingml/2006/main">
              <a:ext uri="{FF2B5EF4-FFF2-40B4-BE49-F238E27FC236}">
                <a16:creationId xmlns:a16="http://schemas.microsoft.com/office/drawing/2014/main" id="{1A8E5E14-6A4E-4525-BC5F-FFB57A4FAC99}"/>
              </a:ext>
            </a:extLst>
          </p:cNvPr>
          <p:cNvSpPr>
            <a:spLocks xmlns:a="http://schemas.openxmlformats.org/drawingml/2006/main" noGrp="1"/>
          </p:cNvSpPr>
          <p:nvPr/>
        </p:nvSpPr>
        <p:spPr>
          <a:xfrm xmlns:a="http://schemas.openxmlformats.org/drawingml/2006/main">
            <a:off x="7048500" y="333375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.env local</a:t>
            </a:r>
          </a:p>
        </p:txBody>
      </p:sp>
      <p:sp>
        <p:nvSpPr>
          <p:cNvPr id="20" name="">
            <a:extLst xmlns:a="http://schemas.openxmlformats.org/drawingml/2006/main">
              <a:ext uri="{FF2B5EF4-FFF2-40B4-BE49-F238E27FC236}">
                <a16:creationId xmlns:a16="http://schemas.microsoft.com/office/drawing/2014/main" id="{CF459C6D-7449-4FE7-9F0A-9B83E148CB10}"/>
              </a:ext>
            </a:extLst>
          </p:cNvPr>
          <p:cNvSpPr>
            <a:spLocks xmlns:a="http://schemas.openxmlformats.org/drawingml/2006/main" noGrp="1"/>
          </p:cNvSpPr>
          <p:nvPr/>
        </p:nvSpPr>
        <p:spPr>
          <a:xfrm xmlns:a="http://schemas.openxmlformats.org/drawingml/2006/main">
            <a:off x="6724650" y="37909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21" name="">
            <a:extLst xmlns:a="http://schemas.openxmlformats.org/drawingml/2006/main">
              <a:ext uri="{FF2B5EF4-FFF2-40B4-BE49-F238E27FC236}">
                <a16:creationId xmlns:a16="http://schemas.microsoft.com/office/drawing/2014/main" id="{B49A9699-3733-4BE8-A19F-07873C3BB10E}"/>
              </a:ext>
            </a:extLst>
          </p:cNvPr>
          <p:cNvSpPr>
            <a:spLocks xmlns:a="http://schemas.openxmlformats.org/drawingml/2006/main" noGrp="1"/>
          </p:cNvSpPr>
          <p:nvPr/>
        </p:nvSpPr>
        <p:spPr>
          <a:xfrm xmlns:a="http://schemas.openxmlformats.org/drawingml/2006/main">
            <a:off x="7048500" y="377190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Secrets in platforma</a:t>
            </a:r>
          </a:p>
        </p:txBody>
      </p:sp>
      <p:sp>
        <p:nvSpPr>
          <p:cNvPr id="22" name="">
            <a:extLst xmlns:a="http://schemas.openxmlformats.org/drawingml/2006/main">
              <a:ext uri="{FF2B5EF4-FFF2-40B4-BE49-F238E27FC236}">
                <a16:creationId xmlns:a16="http://schemas.microsoft.com/office/drawing/2014/main" id="{57AEDE4E-91DF-45E8-AAFC-E57077B2D383}"/>
              </a:ext>
            </a:extLst>
          </p:cNvPr>
          <p:cNvSpPr>
            <a:spLocks xmlns:a="http://schemas.openxmlformats.org/drawingml/2006/main" noGrp="1"/>
          </p:cNvSpPr>
          <p:nvPr/>
        </p:nvSpPr>
        <p:spPr>
          <a:xfrm xmlns:a="http://schemas.openxmlformats.org/drawingml/2006/main">
            <a:off x="6724650" y="42291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23" name="">
            <a:extLst xmlns:a="http://schemas.openxmlformats.org/drawingml/2006/main">
              <a:ext uri="{FF2B5EF4-FFF2-40B4-BE49-F238E27FC236}">
                <a16:creationId xmlns:a16="http://schemas.microsoft.com/office/drawing/2014/main" id="{30FF3F5D-FC8B-42FE-A855-295C809D2A0F}"/>
              </a:ext>
            </a:extLst>
          </p:cNvPr>
          <p:cNvSpPr>
            <a:spLocks xmlns:a="http://schemas.openxmlformats.org/drawingml/2006/main" noGrp="1"/>
          </p:cNvSpPr>
          <p:nvPr/>
        </p:nvSpPr>
        <p:spPr>
          <a:xfrm xmlns:a="http://schemas.openxmlformats.org/drawingml/2006/main">
            <a:off x="7048500" y="421005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variabile de mediu</a:t>
            </a:r>
          </a:p>
        </p:txBody>
      </p:sp>
      <p:sp>
        <p:nvSpPr>
          <p:cNvPr id="24" name="">
            <a:extLst xmlns:a="http://schemas.openxmlformats.org/drawingml/2006/main">
              <a:ext uri="{FF2B5EF4-FFF2-40B4-BE49-F238E27FC236}">
                <a16:creationId xmlns:a16="http://schemas.microsoft.com/office/drawing/2014/main" id="{5F66B603-3604-47F7-8FED-31A16970DCA9}"/>
              </a:ext>
            </a:extLst>
          </p:cNvPr>
          <p:cNvSpPr>
            <a:spLocks xmlns:a="http://schemas.openxmlformats.org/drawingml/2006/main" noGrp="1"/>
          </p:cNvSpPr>
          <p:nvPr/>
        </p:nvSpPr>
        <p:spPr>
          <a:xfrm xmlns:a="http://schemas.openxmlformats.org/drawingml/2006/main">
            <a:off x="6724650" y="46672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16A34A"/>
                </a:solidFill>
                <a:latin typeface="Onest"/>
                <a:ea typeface="Onest"/>
                <a:cs typeface="Onest"/>
              </a:defRPr>
            </a:pPr>
            <a:r>
              <a:rPr sz="1650" b="1" i="0">
                <a:solidFill>
                  <a:srgbClr val="16A34A"/>
                </a:solidFill>
                <a:latin typeface="Onest"/>
                <a:ea typeface="Onest"/>
                <a:cs typeface="Onest"/>
              </a:rPr>
              <a:t>-</a:t>
            </a:r>
          </a:p>
        </p:txBody>
      </p:sp>
      <p:sp>
        <p:nvSpPr>
          <p:cNvPr id="25" name="">
            <a:extLst xmlns:a="http://schemas.openxmlformats.org/drawingml/2006/main">
              <a:ext uri="{FF2B5EF4-FFF2-40B4-BE49-F238E27FC236}">
                <a16:creationId xmlns:a16="http://schemas.microsoft.com/office/drawing/2014/main" id="{2AA97263-4B06-43C3-B687-35CE16D55E2D}"/>
              </a:ext>
            </a:extLst>
          </p:cNvPr>
          <p:cNvSpPr>
            <a:spLocks xmlns:a="http://schemas.openxmlformats.org/drawingml/2006/main" noGrp="1"/>
          </p:cNvSpPr>
          <p:nvPr/>
        </p:nvSpPr>
        <p:spPr>
          <a:xfrm xmlns:a="http://schemas.openxmlformats.org/drawingml/2006/main">
            <a:off x="7048500" y="464820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0F172A"/>
                </a:solidFill>
                <a:latin typeface="Onest"/>
                <a:ea typeface="Onest"/>
                <a:cs typeface="Onest"/>
              </a:defRPr>
            </a:pPr>
            <a:r>
              <a:rPr sz="1725" b="0" i="0">
                <a:solidFill>
                  <a:srgbClr val="0F172A"/>
                </a:solidFill>
                <a:latin typeface="Onest"/>
                <a:ea typeface="Onest"/>
                <a:cs typeface="Onest"/>
              </a:rPr>
              <a:t>rotire chei cand e nevoie</a:t>
            </a:r>
          </a:p>
        </p:txBody>
      </p:sp>
    </p:spTree>
    <p:extLst>
      <p:ext uri="{BB962C8B-B14F-4D97-AF65-F5344CB8AC3E}">
        <p14:creationId xmlns:p14="http://schemas.microsoft.com/office/powerpoint/2010/main" val="16852481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2E4EDC-444B-4241-AD65-02A73B04BDB6}"/>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09 / 30</a:t>
            </a:r>
          </a:p>
        </p:txBody>
      </p:sp>
      <p:sp>
        <p:nvSpPr>
          <p:cNvPr id="2" name="">
            <a:extLst xmlns:a="http://schemas.openxmlformats.org/drawingml/2006/main">
              <a:ext uri="{FF2B5EF4-FFF2-40B4-BE49-F238E27FC236}">
                <a16:creationId xmlns:a16="http://schemas.microsoft.com/office/drawing/2014/main" id="{BDB407D3-E70C-4C17-92D1-A288D6A605C8}"/>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CC7483-F30B-4B8B-AE44-624DDFB833A8}"/>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MCP</a:t>
            </a:r>
          </a:p>
        </p:txBody>
      </p:sp>
      <p:sp>
        <p:nvSpPr>
          <p:cNvPr id="4" name="">
            <a:extLst xmlns:a="http://schemas.openxmlformats.org/drawingml/2006/main">
              <a:ext uri="{FF2B5EF4-FFF2-40B4-BE49-F238E27FC236}">
                <a16:creationId xmlns:a16="http://schemas.microsoft.com/office/drawing/2014/main" id="{3E57F63C-A388-47B3-8660-7615ADDB65F0}"/>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MCP si agregatoarele sunt adaptorul universal</a:t>
            </a:r>
          </a:p>
        </p:txBody>
      </p:sp>
      <p:sp>
        <p:nvSpPr>
          <p:cNvPr id="5" name="">
            <a:extLst xmlns:a="http://schemas.openxmlformats.org/drawingml/2006/main">
              <a:ext uri="{FF2B5EF4-FFF2-40B4-BE49-F238E27FC236}">
                <a16:creationId xmlns:a16="http://schemas.microsoft.com/office/drawing/2014/main" id="{B716FEEF-F197-4E78-B6FB-27D2D763DB3C}"/>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API-ul e conexiune directa. MCP-ul da agentului o forma standard de a folosi uneltele.</a:t>
            </a:r>
          </a:p>
        </p:txBody>
      </p:sp>
      <p:sp>
        <p:nvSpPr>
          <p:cNvPr id="6" name="">
            <a:extLst xmlns:a="http://schemas.openxmlformats.org/drawingml/2006/main">
              <a:ext uri="{FF2B5EF4-FFF2-40B4-BE49-F238E27FC236}">
                <a16:creationId xmlns:a16="http://schemas.microsoft.com/office/drawing/2014/main" id="{2643C8DB-F040-4658-B6E4-A422F7B9A5BD}"/>
              </a:ext>
            </a:extLst>
          </p:cNvPr>
          <p:cNvSpPr>
            <a:spLocks xmlns:a="http://schemas.openxmlformats.org/drawingml/2006/main" noGrp="1"/>
          </p:cNvSpPr>
          <p:nvPr/>
        </p:nvSpPr>
        <p:spPr>
          <a:xfrm xmlns:a="http://schemas.openxmlformats.org/drawingml/2006/main">
            <a:off x="4762500" y="3467100"/>
            <a:ext cx="2667000" cy="1314450"/>
          </a:xfrm>
          <a:prstGeom xmlns:a="http://schemas.openxmlformats.org/drawingml/2006/main" prst="roundRect">
            <a:avLst>
              <a:gd name="adj" fmla="val 15942"/>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90000"/>
              </a:lnSpc>
              <a:buNone/>
              <a:defRPr sz="2325" b="1">
                <a:solidFill>
                  <a:srgbClr val="FFFFFF"/>
                </a:solidFill>
                <a:latin typeface="Onest"/>
                <a:ea typeface="Onest"/>
                <a:cs typeface="Onest"/>
              </a:defRPr>
            </a:pPr>
            <a:r>
              <a:rPr sz="2325" b="1">
                <a:solidFill>
                  <a:srgbClr val="FFFFFF"/>
                </a:solidFill>
                <a:latin typeface="Onest"/>
                <a:ea typeface="Onest"/>
                <a:cs typeface="Onest"/>
              </a:rPr>
              <a:t>AGENT</a:t>
            </a:r>
          </a:p>
          <a:p xmlns:a="http://schemas.openxmlformats.org/drawingml/2006/main">
            <a:pPr algn="ctr">
              <a:lnSpc>
                <a:spcPct val="90000"/>
              </a:lnSpc>
              <a:buNone/>
              <a:defRPr sz="2325" b="1">
                <a:solidFill>
                  <a:srgbClr val="FFFFFF"/>
                </a:solidFill>
                <a:latin typeface="Onest"/>
                <a:ea typeface="Onest"/>
                <a:cs typeface="Onest"/>
              </a:defRPr>
            </a:pPr>
            <a:r>
              <a:rPr sz="2325" b="1">
                <a:solidFill>
                  <a:srgbClr val="FFFFFF"/>
                </a:solidFill>
                <a:latin typeface="Onest"/>
                <a:ea typeface="Onest"/>
                <a:cs typeface="Onest"/>
              </a:rPr>
              <a:t>+</a:t>
            </a:r>
          </a:p>
          <a:p xmlns:a="http://schemas.openxmlformats.org/drawingml/2006/main">
            <a:pPr algn="ctr">
              <a:lnSpc>
                <a:spcPct val="90000"/>
              </a:lnSpc>
              <a:buNone/>
              <a:defRPr sz="2325" b="1">
                <a:solidFill>
                  <a:srgbClr val="FFFFFF"/>
                </a:solidFill>
                <a:latin typeface="Onest"/>
                <a:ea typeface="Onest"/>
                <a:cs typeface="Onest"/>
              </a:defRPr>
            </a:pPr>
            <a:r>
              <a:rPr sz="2325" b="1">
                <a:solidFill>
                  <a:srgbClr val="FFFFFF"/>
                </a:solidFill>
                <a:latin typeface="Onest"/>
                <a:ea typeface="Onest"/>
                <a:cs typeface="Onest"/>
              </a:rPr>
              <a:t>MCP</a:t>
            </a:r>
          </a:p>
        </p:txBody>
      </p:sp>
      <p:sp>
        <p:nvSpPr>
          <p:cNvPr id="7" name="">
            <a:extLst xmlns:a="http://schemas.openxmlformats.org/drawingml/2006/main">
              <a:ext uri="{FF2B5EF4-FFF2-40B4-BE49-F238E27FC236}">
                <a16:creationId xmlns:a16="http://schemas.microsoft.com/office/drawing/2014/main" id="{04154389-A921-4984-BD8D-5BCB54E3EDBC}"/>
              </a:ext>
            </a:extLst>
          </p:cNvPr>
          <p:cNvSpPr>
            <a:spLocks xmlns:a="http://schemas.openxmlformats.org/drawingml/2006/main" noGrp="1"/>
          </p:cNvSpPr>
          <p:nvPr/>
        </p:nvSpPr>
        <p:spPr>
          <a:xfrm xmlns:a="http://schemas.openxmlformats.org/drawingml/2006/main">
            <a:off x="2533650" y="2905125"/>
            <a:ext cx="2228850" cy="100965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8" name="">
            <a:extLst xmlns:a="http://schemas.openxmlformats.org/drawingml/2006/main">
              <a:ext uri="{FF2B5EF4-FFF2-40B4-BE49-F238E27FC236}">
                <a16:creationId xmlns:a16="http://schemas.microsoft.com/office/drawing/2014/main" id="{33A2C31D-5117-4F49-9FFF-E64B8102BAAE}"/>
              </a:ext>
            </a:extLst>
          </p:cNvPr>
          <p:cNvSpPr>
            <a:spLocks xmlns:a="http://schemas.openxmlformats.org/drawingml/2006/main" noGrp="1"/>
          </p:cNvSpPr>
          <p:nvPr/>
        </p:nvSpPr>
        <p:spPr>
          <a:xfrm xmlns:a="http://schemas.openxmlformats.org/drawingml/2006/main">
            <a:off x="4914900" y="3200400"/>
            <a:ext cx="1181100" cy="26670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9" name="">
            <a:extLst xmlns:a="http://schemas.openxmlformats.org/drawingml/2006/main">
              <a:ext uri="{FF2B5EF4-FFF2-40B4-BE49-F238E27FC236}">
                <a16:creationId xmlns:a16="http://schemas.microsoft.com/office/drawing/2014/main" id="{83308C99-81EC-46EE-9C0B-8EBA0FE28D6A}"/>
              </a:ext>
            </a:extLst>
          </p:cNvPr>
          <p:cNvSpPr>
            <a:spLocks xmlns:a="http://schemas.openxmlformats.org/drawingml/2006/main" noGrp="1"/>
          </p:cNvSpPr>
          <p:nvPr/>
        </p:nvSpPr>
        <p:spPr>
          <a:xfrm xmlns:a="http://schemas.openxmlformats.org/drawingml/2006/main">
            <a:off x="7429500" y="2905125"/>
            <a:ext cx="323850" cy="1000125"/>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0" name="">
            <a:extLst xmlns:a="http://schemas.openxmlformats.org/drawingml/2006/main">
              <a:ext uri="{FF2B5EF4-FFF2-40B4-BE49-F238E27FC236}">
                <a16:creationId xmlns:a16="http://schemas.microsoft.com/office/drawing/2014/main" id="{24B72E5F-DC5F-4BB7-9056-71637DB8E0D8}"/>
              </a:ext>
            </a:extLst>
          </p:cNvPr>
          <p:cNvSpPr>
            <a:spLocks xmlns:a="http://schemas.openxmlformats.org/drawingml/2006/main" noGrp="1"/>
          </p:cNvSpPr>
          <p:nvPr/>
        </p:nvSpPr>
        <p:spPr>
          <a:xfrm xmlns:a="http://schemas.openxmlformats.org/drawingml/2006/main">
            <a:off x="7429500" y="2905125"/>
            <a:ext cx="2247900" cy="1000125"/>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1" name="">
            <a:extLst xmlns:a="http://schemas.openxmlformats.org/drawingml/2006/main">
              <a:ext uri="{FF2B5EF4-FFF2-40B4-BE49-F238E27FC236}">
                <a16:creationId xmlns:a16="http://schemas.microsoft.com/office/drawing/2014/main" id="{CC221C48-AC8F-4522-981D-F26DA0C859DD}"/>
              </a:ext>
            </a:extLst>
          </p:cNvPr>
          <p:cNvSpPr>
            <a:spLocks xmlns:a="http://schemas.openxmlformats.org/drawingml/2006/main" noGrp="1"/>
          </p:cNvSpPr>
          <p:nvPr/>
        </p:nvSpPr>
        <p:spPr>
          <a:xfrm xmlns:a="http://schemas.openxmlformats.org/drawingml/2006/main">
            <a:off x="3848100" y="4781550"/>
            <a:ext cx="914400" cy="32385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2" name="">
            <a:extLst xmlns:a="http://schemas.openxmlformats.org/drawingml/2006/main">
              <a:ext uri="{FF2B5EF4-FFF2-40B4-BE49-F238E27FC236}">
                <a16:creationId xmlns:a16="http://schemas.microsoft.com/office/drawing/2014/main" id="{A678397A-C079-4694-B0A7-E8DEA4C745D9}"/>
              </a:ext>
            </a:extLst>
          </p:cNvPr>
          <p:cNvSpPr>
            <a:spLocks xmlns:a="http://schemas.openxmlformats.org/drawingml/2006/main" noGrp="1"/>
          </p:cNvSpPr>
          <p:nvPr/>
        </p:nvSpPr>
        <p:spPr>
          <a:xfrm xmlns:a="http://schemas.openxmlformats.org/drawingml/2006/main">
            <a:off x="7429500" y="4781550"/>
            <a:ext cx="1381125" cy="323850"/>
          </a:xfrm>
          <a:prstGeom xmlns:a="http://schemas.openxmlformats.org/drawingml/2006/main" prst="line">
            <a:avLst/>
          </a:prstGeom>
          <a:noFill xmlns:a="http://schemas.openxmlformats.org/drawingml/2006/main"/>
          <a:ln xmlns:a="http://schemas.openxmlformats.org/drawingml/2006/main" w="19050">
            <a:solidFill>
              <a:srgbClr val="A5B4FC"/>
            </a:solidFill>
            <a:prstDash val="solid"/>
          </a:ln>
        </p:spPr>
      </p:sp>
      <p:sp>
        <p:nvSpPr>
          <p:cNvPr id="13" name="">
            <a:extLst xmlns:a="http://schemas.openxmlformats.org/drawingml/2006/main">
              <a:ext uri="{FF2B5EF4-FFF2-40B4-BE49-F238E27FC236}">
                <a16:creationId xmlns:a16="http://schemas.microsoft.com/office/drawing/2014/main" id="{009E13CA-C9D1-4680-9045-B8D5AD3C6293}"/>
              </a:ext>
            </a:extLst>
          </p:cNvPr>
          <p:cNvSpPr>
            <a:spLocks xmlns:a="http://schemas.openxmlformats.org/drawingml/2006/main" noGrp="1"/>
          </p:cNvSpPr>
          <p:nvPr/>
        </p:nvSpPr>
        <p:spPr>
          <a:xfrm xmlns:a="http://schemas.openxmlformats.org/drawingml/2006/main">
            <a:off x="1066800" y="2609850"/>
            <a:ext cx="1466850" cy="590550"/>
          </a:xfrm>
          <a:prstGeom xmlns:a="http://schemas.openxmlformats.org/drawingml/2006/main" prst="roundRect">
            <a:avLst>
              <a:gd name="adj" fmla="val 19355"/>
            </a:avLst>
          </a:prstGeom>
          <a:solidFill xmlns:a="http://schemas.openxmlformats.org/drawingml/2006/main">
            <a:srgbClr val="EDE9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1275" b="1">
                <a:solidFill>
                  <a:srgbClr val="0F172A"/>
                </a:solidFill>
                <a:latin typeface="Onest"/>
                <a:ea typeface="Onest"/>
                <a:cs typeface="Onest"/>
              </a:defRPr>
            </a:pPr>
            <a:r>
              <a:rPr sz="1275" b="1">
                <a:solidFill>
                  <a:srgbClr val="0F172A"/>
                </a:solidFill>
                <a:latin typeface="Onest"/>
                <a:ea typeface="Onest"/>
                <a:cs typeface="Onest"/>
              </a:rPr>
              <a:t>Notion</a:t>
            </a:r>
          </a:p>
        </p:txBody>
      </p:sp>
      <p:sp>
        <p:nvSpPr>
          <p:cNvPr id="14" name="">
            <a:extLst xmlns:a="http://schemas.openxmlformats.org/drawingml/2006/main">
              <a:ext uri="{FF2B5EF4-FFF2-40B4-BE49-F238E27FC236}">
                <a16:creationId xmlns:a16="http://schemas.microsoft.com/office/drawing/2014/main" id="{D7439195-CD4C-4830-88ED-8195CDD41A39}"/>
              </a:ext>
            </a:extLst>
          </p:cNvPr>
          <p:cNvSpPr>
            <a:spLocks xmlns:a="http://schemas.openxmlformats.org/drawingml/2006/main" noGrp="1"/>
          </p:cNvSpPr>
          <p:nvPr/>
        </p:nvSpPr>
        <p:spPr>
          <a:xfrm xmlns:a="http://schemas.openxmlformats.org/drawingml/2006/main">
            <a:off x="3448050" y="2609850"/>
            <a:ext cx="1466850" cy="590550"/>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1275" b="1">
                <a:solidFill>
                  <a:srgbClr val="0F172A"/>
                </a:solidFill>
                <a:latin typeface="Onest"/>
                <a:ea typeface="Onest"/>
                <a:cs typeface="Onest"/>
              </a:defRPr>
            </a:pPr>
            <a:r>
              <a:rPr sz="1275" b="1">
                <a:solidFill>
                  <a:srgbClr val="0F172A"/>
                </a:solidFill>
                <a:latin typeface="Onest"/>
                <a:ea typeface="Onest"/>
                <a:cs typeface="Onest"/>
              </a:rPr>
              <a:t>Drive</a:t>
            </a:r>
          </a:p>
        </p:txBody>
      </p:sp>
      <p:sp>
        <p:nvSpPr>
          <p:cNvPr id="15" name="">
            <a:extLst xmlns:a="http://schemas.openxmlformats.org/drawingml/2006/main">
              <a:ext uri="{FF2B5EF4-FFF2-40B4-BE49-F238E27FC236}">
                <a16:creationId xmlns:a16="http://schemas.microsoft.com/office/drawing/2014/main" id="{9F094746-BFF6-484B-AED5-D51C17767A33}"/>
              </a:ext>
            </a:extLst>
          </p:cNvPr>
          <p:cNvSpPr>
            <a:spLocks xmlns:a="http://schemas.openxmlformats.org/drawingml/2006/main" noGrp="1"/>
          </p:cNvSpPr>
          <p:nvPr/>
        </p:nvSpPr>
        <p:spPr>
          <a:xfrm xmlns:a="http://schemas.openxmlformats.org/drawingml/2006/main">
            <a:off x="7753350" y="2609850"/>
            <a:ext cx="1466850" cy="590550"/>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1275" b="1">
                <a:solidFill>
                  <a:srgbClr val="0F172A"/>
                </a:solidFill>
                <a:latin typeface="Onest"/>
                <a:ea typeface="Onest"/>
                <a:cs typeface="Onest"/>
              </a:defRPr>
            </a:pPr>
            <a:r>
              <a:rPr sz="1275" b="1">
                <a:solidFill>
                  <a:srgbClr val="0F172A"/>
                </a:solidFill>
                <a:latin typeface="Onest"/>
                <a:ea typeface="Onest"/>
                <a:cs typeface="Onest"/>
              </a:rPr>
              <a:t>Sheets</a:t>
            </a:r>
          </a:p>
        </p:txBody>
      </p:sp>
      <p:sp>
        <p:nvSpPr>
          <p:cNvPr id="16" name="">
            <a:extLst xmlns:a="http://schemas.openxmlformats.org/drawingml/2006/main">
              <a:ext uri="{FF2B5EF4-FFF2-40B4-BE49-F238E27FC236}">
                <a16:creationId xmlns:a16="http://schemas.microsoft.com/office/drawing/2014/main" id="{3F9313EB-AA79-4746-AC4A-27370D2E145A}"/>
              </a:ext>
            </a:extLst>
          </p:cNvPr>
          <p:cNvSpPr>
            <a:spLocks xmlns:a="http://schemas.openxmlformats.org/drawingml/2006/main" noGrp="1"/>
          </p:cNvSpPr>
          <p:nvPr/>
        </p:nvSpPr>
        <p:spPr>
          <a:xfrm xmlns:a="http://schemas.openxmlformats.org/drawingml/2006/main">
            <a:off x="9677400" y="2609850"/>
            <a:ext cx="1466850" cy="590550"/>
          </a:xfrm>
          <a:prstGeom xmlns:a="http://schemas.openxmlformats.org/drawingml/2006/main" prst="roundRect">
            <a:avLst>
              <a:gd name="adj" fmla="val 19355"/>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1275" b="1">
                <a:solidFill>
                  <a:srgbClr val="0F172A"/>
                </a:solidFill>
                <a:latin typeface="Onest"/>
                <a:ea typeface="Onest"/>
                <a:cs typeface="Onest"/>
              </a:defRPr>
            </a:pPr>
            <a:r>
              <a:rPr sz="1275" b="1">
                <a:solidFill>
                  <a:srgbClr val="0F172A"/>
                </a:solidFill>
                <a:latin typeface="Onest"/>
                <a:ea typeface="Onest"/>
                <a:cs typeface="Onest"/>
              </a:rPr>
              <a:t>Database</a:t>
            </a:r>
          </a:p>
        </p:txBody>
      </p:sp>
      <p:sp>
        <p:nvSpPr>
          <p:cNvPr id="17" name="">
            <a:extLst xmlns:a="http://schemas.openxmlformats.org/drawingml/2006/main">
              <a:ext uri="{FF2B5EF4-FFF2-40B4-BE49-F238E27FC236}">
                <a16:creationId xmlns:a16="http://schemas.microsoft.com/office/drawing/2014/main" id="{EA43F9C9-E0EA-45A4-AA4A-A5B007008661}"/>
              </a:ext>
            </a:extLst>
          </p:cNvPr>
          <p:cNvSpPr>
            <a:spLocks xmlns:a="http://schemas.openxmlformats.org/drawingml/2006/main" noGrp="1"/>
          </p:cNvSpPr>
          <p:nvPr/>
        </p:nvSpPr>
        <p:spPr>
          <a:xfrm xmlns:a="http://schemas.openxmlformats.org/drawingml/2006/main">
            <a:off x="2381250" y="5105400"/>
            <a:ext cx="1466850" cy="590550"/>
          </a:xfrm>
          <a:prstGeom xmlns:a="http://schemas.openxmlformats.org/drawingml/2006/main" prst="roundRect">
            <a:avLst>
              <a:gd name="adj" fmla="val 19355"/>
            </a:avLst>
          </a:prstGeom>
          <a:solidFill xmlns:a="http://schemas.openxmlformats.org/drawingml/2006/main">
            <a:srgbClr val="FCE7F3"/>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1275" b="1">
                <a:solidFill>
                  <a:srgbClr val="0F172A"/>
                </a:solidFill>
                <a:latin typeface="Onest"/>
                <a:ea typeface="Onest"/>
                <a:cs typeface="Onest"/>
              </a:defRPr>
            </a:pPr>
            <a:r>
              <a:rPr sz="1275" b="1">
                <a:solidFill>
                  <a:srgbClr val="0F172A"/>
                </a:solidFill>
                <a:latin typeface="Onest"/>
                <a:ea typeface="Onest"/>
                <a:cs typeface="Onest"/>
              </a:rPr>
              <a:t>Resend</a:t>
            </a:r>
          </a:p>
        </p:txBody>
      </p:sp>
      <p:sp>
        <p:nvSpPr>
          <p:cNvPr id="18" name="">
            <a:extLst xmlns:a="http://schemas.openxmlformats.org/drawingml/2006/main">
              <a:ext uri="{FF2B5EF4-FFF2-40B4-BE49-F238E27FC236}">
                <a16:creationId xmlns:a16="http://schemas.microsoft.com/office/drawing/2014/main" id="{C4CA7835-E6C9-4C80-BD2A-09C85EE00F9B}"/>
              </a:ext>
            </a:extLst>
          </p:cNvPr>
          <p:cNvSpPr>
            <a:spLocks xmlns:a="http://schemas.openxmlformats.org/drawingml/2006/main" noGrp="1"/>
          </p:cNvSpPr>
          <p:nvPr/>
        </p:nvSpPr>
        <p:spPr>
          <a:xfrm xmlns:a="http://schemas.openxmlformats.org/drawingml/2006/main">
            <a:off x="8077200" y="5105400"/>
            <a:ext cx="1466850" cy="590550"/>
          </a:xfrm>
          <a:prstGeom xmlns:a="http://schemas.openxmlformats.org/drawingml/2006/main" prst="roundRect">
            <a:avLst>
              <a:gd name="adj" fmla="val 19355"/>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1275" b="1">
                <a:solidFill>
                  <a:srgbClr val="0F172A"/>
                </a:solidFill>
                <a:latin typeface="Onest"/>
                <a:ea typeface="Onest"/>
                <a:cs typeface="Onest"/>
              </a:defRPr>
            </a:pPr>
            <a:r>
              <a:rPr sz="1275" b="1">
                <a:solidFill>
                  <a:srgbClr val="0F172A"/>
                </a:solidFill>
                <a:latin typeface="Onest"/>
                <a:ea typeface="Onest"/>
                <a:cs typeface="Onest"/>
              </a:rPr>
              <a:t>Composio</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dbe9972c3a041c5"/>
          <a:stretch xmlns:a="http://schemas.openxmlformats.org/drawingml/2006/main"/>
        </p:blipFill>
        <p:spPr>
          <a:xfrm xmlns:a="http://schemas.openxmlformats.org/drawingml/2006/main">
            <a:off x="7953375" y="2781300"/>
            <a:ext cx="266700" cy="266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1b359d456d74e2a"/>
          <a:stretch xmlns:a="http://schemas.openxmlformats.org/drawingml/2006/main"/>
        </p:blipFill>
        <p:spPr>
          <a:xfrm xmlns:a="http://schemas.openxmlformats.org/drawingml/2006/main">
            <a:off x="2552700" y="5276850"/>
            <a:ext cx="266700" cy="2667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f170b1d60af4fcd"/>
          <a:stretch xmlns:a="http://schemas.openxmlformats.org/drawingml/2006/main"/>
        </p:blipFill>
        <p:spPr>
          <a:xfrm xmlns:a="http://schemas.openxmlformats.org/drawingml/2006/main">
            <a:off x="1257300" y="2800350"/>
            <a:ext cx="228600" cy="2286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7DCF223C-510D-4983-998B-F1A179812EBD}"/>
              </a:ext>
            </a:extLst>
          </p:cNvPr>
          <p:cNvSpPr>
            <a:spLocks xmlns:a="http://schemas.openxmlformats.org/drawingml/2006/main" noGrp="1"/>
          </p:cNvSpPr>
          <p:nvPr/>
        </p:nvSpPr>
        <p:spPr>
          <a:xfrm xmlns:a="http://schemas.openxmlformats.org/drawingml/2006/main">
            <a:off x="3295650" y="5848350"/>
            <a:ext cx="5600700" cy="323850"/>
          </a:xfrm>
          <a:prstGeom xmlns:a="http://schemas.openxmlformats.org/drawingml/2006/main" prst="roundRect">
            <a:avLst>
              <a:gd name="adj" fmla="val 29412"/>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00" b="0">
                <a:solidFill>
                  <a:srgbClr val="0F172A"/>
                </a:solidFill>
                <a:latin typeface="Onest"/>
                <a:ea typeface="Onest"/>
                <a:cs typeface="Onest"/>
              </a:defRPr>
            </a:pPr>
            <a:r>
              <a:rPr sz="1200" b="0">
                <a:solidFill>
                  <a:srgbClr val="0F172A"/>
                </a:solidFill>
                <a:latin typeface="Onest"/>
                <a:ea typeface="Onest"/>
                <a:cs typeface="Onest"/>
              </a:rPr>
              <a:t>Ideea simpla: agentul vede si actioneaza in sisteme, nu doar raspunde in chat.</a:t>
            </a:r>
          </a:p>
        </p:txBody>
      </p:sp>
    </p:spTree>
    <p:extLst>
      <p:ext uri="{BB962C8B-B14F-4D97-AF65-F5344CB8AC3E}">
        <p14:creationId xmlns:p14="http://schemas.microsoft.com/office/powerpoint/2010/main" val="10628733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948770-1617-4F87-B6C8-FC7CF59DBC3D}"/>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10 / 30</a:t>
            </a:r>
          </a:p>
        </p:txBody>
      </p:sp>
      <p:sp>
        <p:nvSpPr>
          <p:cNvPr id="2" name="">
            <a:extLst xmlns:a="http://schemas.openxmlformats.org/drawingml/2006/main">
              <a:ext uri="{FF2B5EF4-FFF2-40B4-BE49-F238E27FC236}">
                <a16:creationId xmlns:a16="http://schemas.microsoft.com/office/drawing/2014/main" id="{4159615A-C1C1-4A9E-9287-91C7D70AABCF}"/>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205060-3E0A-46E8-8DC5-0984634AF06A}"/>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TIPURI</a:t>
            </a:r>
          </a:p>
        </p:txBody>
      </p:sp>
      <p:sp>
        <p:nvSpPr>
          <p:cNvPr id="4" name="">
            <a:extLst xmlns:a="http://schemas.openxmlformats.org/drawingml/2006/main">
              <a:ext uri="{FF2B5EF4-FFF2-40B4-BE49-F238E27FC236}">
                <a16:creationId xmlns:a16="http://schemas.microsoft.com/office/drawing/2014/main" id="{2092A560-25CF-4A1F-ADA1-E5EE240B61EB}"/>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Cine decide pasul urmator?</a:t>
            </a:r>
          </a:p>
        </p:txBody>
      </p:sp>
      <p:sp>
        <p:nvSpPr>
          <p:cNvPr id="5" name="">
            <a:extLst xmlns:a="http://schemas.openxmlformats.org/drawingml/2006/main">
              <a:ext uri="{FF2B5EF4-FFF2-40B4-BE49-F238E27FC236}">
                <a16:creationId xmlns:a16="http://schemas.microsoft.com/office/drawing/2014/main" id="{05C36A2A-C03D-4115-B627-C175FBFF1A40}"/>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Diferenta critica: cine coordoneaza executia.</a:t>
            </a:r>
          </a:p>
        </p:txBody>
      </p:sp>
      <p:graphicFrame>
        <p:nvGraphicFramePr>
          <p:cNvPr id="12" name=""/>
          <p:cNvGraphicFramePr/>
          <p:nvPr/>
        </p:nvGraphicFramePr>
        <p:xfrm>
          <a:off xmlns:a="http://schemas.openxmlformats.org/drawingml/2006/main" x="781050" y="2324100"/>
          <a:ext xmlns:a="http://schemas.openxmlformats.org/drawingml/2006/main" cx="10629900" cy="3009900"/>
        </p:xfrm>
        <a:graphic xmlns:a="http://schemas.openxmlformats.org/drawingml/2006/main">
          <a:graphicData uri="http://schemas.openxmlformats.org/drawingml/2006/table">
            <a:tbl>
              <a:tblPr firstRow="1" bandRow="1"/>
              <a:tblGrid>
                <a:gridCol w="2338578"/>
                <a:gridCol w="4464558"/>
                <a:gridCol w="3826764"/>
              </a:tblGrid>
              <a:tr h="601980">
                <a:tc>
                  <a:txBody>
                    <a:bodyPr/>
                    <a:lstStyle/>
                    <a:p>
                      <a:r>
                        <a:rPr sz="1275" b="1">
                          <a:solidFill>
                            <a:srgbClr val="FFFFFF"/>
                          </a:solidFill>
                        </a:rPr>
                        <a:t>Concept</a:t>
                      </a:r>
                    </a:p>
                  </a:txBody>
                  <a:tcPr marL="91440" marR="91440" marT="45720" marB="45720">
                    <a:solidFill>
                      <a:srgbClr val="2D52D4"/>
                    </a:solidFill>
                  </a:tcPr>
                </a:tc>
                <a:tc>
                  <a:txBody>
                    <a:bodyPr/>
                    <a:lstStyle/>
                    <a:p>
                      <a:r>
                        <a:rPr sz="1275" b="1">
                          <a:solidFill>
                            <a:srgbClr val="FFFFFF"/>
                          </a:solidFill>
                        </a:rPr>
                        <a:t>Ce este</a:t>
                      </a:r>
                    </a:p>
                  </a:txBody>
                  <a:tcPr marL="91440" marR="91440" marT="45720" marB="45720">
                    <a:solidFill>
                      <a:srgbClr val="2D52D4"/>
                    </a:solidFill>
                  </a:tcPr>
                </a:tc>
                <a:tc>
                  <a:txBody>
                    <a:bodyPr/>
                    <a:lstStyle/>
                    <a:p>
                      <a:r>
                        <a:rPr sz="1275" b="1">
                          <a:solidFill>
                            <a:srgbClr val="FFFFFF"/>
                          </a:solidFill>
                        </a:rPr>
                        <a:t>Cine decide urmatorul pas</a:t>
                      </a:r>
                    </a:p>
                  </a:txBody>
                  <a:tcPr marL="91440" marR="91440" marT="45720" marB="45720">
                    <a:solidFill>
                      <a:srgbClr val="2D52D4"/>
                    </a:solidFill>
                  </a:tcPr>
                </a:tc>
              </a:tr>
              <a:tr h="601980">
                <a:tc>
                  <a:txBody>
                    <a:bodyPr/>
                    <a:lstStyle/>
                    <a:p>
                      <a:r>
                        <a:rPr sz="1350" b="1">
                          <a:solidFill>
                            <a:srgbClr val="2D52D4"/>
                          </a:solidFill>
                        </a:rPr>
                        <a:t>Subagent</a:t>
                      </a:r>
                    </a:p>
                  </a:txBody>
                  <a:tcPr marL="91440" marR="91440" marT="45720" marB="45720"/>
                </a:tc>
                <a:tc>
                  <a:txBody>
                    <a:bodyPr/>
                    <a:lstStyle/>
                    <a:p>
                      <a:r>
                        <a:rPr sz="1200" b="0">
                          <a:solidFill>
                            <a:srgbClr val="0F172A"/>
                          </a:solidFill>
                        </a:rPr>
                        <a:t>Un worker pornit de agentul principal</a:t>
                      </a:r>
                    </a:p>
                  </a:txBody>
                  <a:tcPr marL="91440" marR="91440" marT="45720" marB="45720"/>
                </a:tc>
                <a:tc>
                  <a:txBody>
                    <a:bodyPr/>
                    <a:lstStyle/>
                    <a:p>
                      <a:r>
                        <a:rPr sz="1200" b="0">
                          <a:solidFill>
                            <a:srgbClr val="0F172A"/>
                          </a:solidFill>
                        </a:rPr>
                        <a:t>Agentul principal, turn by turn</a:t>
                      </a:r>
                    </a:p>
                  </a:txBody>
                  <a:tcPr marL="91440" marR="91440" marT="45720" marB="45720"/>
                </a:tc>
              </a:tr>
              <a:tr h="601980">
                <a:tc>
                  <a:txBody>
                    <a:bodyPr/>
                    <a:lstStyle/>
                    <a:p>
                      <a:r>
                        <a:rPr sz="1350" b="1">
                          <a:solidFill>
                            <a:srgbClr val="2D52D4"/>
                          </a:solidFill>
                        </a:rPr>
                        <a:t>Skill</a:t>
                      </a:r>
                    </a:p>
                  </a:txBody>
                  <a:tcPr marL="91440" marR="91440" marT="45720" marB="45720"/>
                </a:tc>
                <a:tc>
                  <a:txBody>
                    <a:bodyPr/>
                    <a:lstStyle/>
                    <a:p>
                      <a:r>
                        <a:rPr sz="1200" b="0">
                          <a:solidFill>
                            <a:srgbClr val="0F172A"/>
                          </a:solidFill>
                        </a:rPr>
                        <a:t>Instructiuni reutilizabile pe care agentul le urmeaza</a:t>
                      </a:r>
                    </a:p>
                  </a:txBody>
                  <a:tcPr marL="91440" marR="91440" marT="45720" marB="45720"/>
                </a:tc>
                <a:tc>
                  <a:txBody>
                    <a:bodyPr/>
                    <a:lstStyle/>
                    <a:p>
                      <a:r>
                        <a:rPr sz="1200" b="0">
                          <a:solidFill>
                            <a:srgbClr val="0F172A"/>
                          </a:solidFill>
                        </a:rPr>
                        <a:t>Agentul, pe baza promptului</a:t>
                      </a:r>
                    </a:p>
                  </a:txBody>
                  <a:tcPr marL="91440" marR="91440" marT="45720" marB="45720"/>
                </a:tc>
              </a:tr>
              <a:tr h="601980">
                <a:tc>
                  <a:txBody>
                    <a:bodyPr/>
                    <a:lstStyle/>
                    <a:p>
                      <a:r>
                        <a:rPr sz="1350" b="1">
                          <a:solidFill>
                            <a:srgbClr val="2D52D4"/>
                          </a:solidFill>
                        </a:rPr>
                        <a:t>Agent team</a:t>
                      </a:r>
                    </a:p>
                  </a:txBody>
                  <a:tcPr marL="91440" marR="91440" marT="45720" marB="45720"/>
                </a:tc>
                <a:tc>
                  <a:txBody>
                    <a:bodyPr/>
                    <a:lstStyle/>
                    <a:p>
                      <a:r>
                        <a:rPr sz="1200" b="0">
                          <a:solidFill>
                            <a:srgbClr val="0F172A"/>
                          </a:solidFill>
                        </a:rPr>
                        <a:t>Lead agent care coordoneaza sesiuni paralele</a:t>
                      </a:r>
                    </a:p>
                  </a:txBody>
                  <a:tcPr marL="91440" marR="91440" marT="45720" marB="45720"/>
                </a:tc>
                <a:tc>
                  <a:txBody>
                    <a:bodyPr/>
                    <a:lstStyle/>
                    <a:p>
                      <a:r>
                        <a:rPr sz="1200" b="0">
                          <a:solidFill>
                            <a:srgbClr val="0F172A"/>
                          </a:solidFill>
                        </a:rPr>
                        <a:t>Lead agentul</a:t>
                      </a:r>
                    </a:p>
                  </a:txBody>
                  <a:tcPr marL="91440" marR="91440" marT="45720" marB="45720"/>
                </a:tc>
              </a:tr>
              <a:tr h="601980">
                <a:tc>
                  <a:txBody>
                    <a:bodyPr/>
                    <a:lstStyle/>
                    <a:p>
                      <a:r>
                        <a:rPr sz="1350" b="1">
                          <a:solidFill>
                            <a:srgbClr val="2D52D4"/>
                          </a:solidFill>
                        </a:rPr>
                        <a:t>Workflow</a:t>
                      </a:r>
                    </a:p>
                  </a:txBody>
                  <a:tcPr marL="91440" marR="91440" marT="45720" marB="45720"/>
                </a:tc>
                <a:tc>
                  <a:txBody>
                    <a:bodyPr/>
                    <a:lstStyle/>
                    <a:p>
                      <a:r>
                        <a:rPr sz="1200" b="0">
                          <a:solidFill>
                            <a:srgbClr val="0F172A"/>
                          </a:solidFill>
                        </a:rPr>
                        <a:t>Script executat de runtime</a:t>
                      </a:r>
                    </a:p>
                  </a:txBody>
                  <a:tcPr marL="91440" marR="91440" marT="45720" marB="45720"/>
                </a:tc>
                <a:tc>
                  <a:txBody>
                    <a:bodyPr/>
                    <a:lstStyle/>
                    <a:p>
                      <a:r>
                        <a:rPr sz="1200" b="0">
                          <a:solidFill>
                            <a:srgbClr val="0F172A"/>
                          </a:solidFill>
                        </a:rPr>
                        <a:t>Scriptul</a:t>
                      </a:r>
                    </a:p>
                  </a:txBody>
                  <a:tcPr marL="91440" marR="91440" marT="45720" marB="45720"/>
                </a:tc>
              </a:tr>
            </a:tbl>
          </a:graphicData>
        </a:graphic>
      </p:graphicFrame>
    </p:spTree>
    <p:extLst>
      <p:ext uri="{BB962C8B-B14F-4D97-AF65-F5344CB8AC3E}">
        <p14:creationId xmlns:p14="http://schemas.microsoft.com/office/powerpoint/2010/main" val="10387635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FDBC947-1B93-4A02-9D9E-6D7C074BA886}"/>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11 / 30</a:t>
            </a:r>
          </a:p>
        </p:txBody>
      </p:sp>
      <p:sp>
        <p:nvSpPr>
          <p:cNvPr id="2" name="">
            <a:extLst xmlns:a="http://schemas.openxmlformats.org/drawingml/2006/main">
              <a:ext uri="{FF2B5EF4-FFF2-40B4-BE49-F238E27FC236}">
                <a16:creationId xmlns:a16="http://schemas.microsoft.com/office/drawing/2014/main" id="{5AA922CA-7213-44EB-84FB-238B22543FA5}"/>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6B1E9D-29EA-4899-A636-E549C22F6F3A}"/>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ORCHESTRARE</a:t>
            </a:r>
          </a:p>
        </p:txBody>
      </p:sp>
      <p:sp>
        <p:nvSpPr>
          <p:cNvPr id="4" name="">
            <a:extLst xmlns:a="http://schemas.openxmlformats.org/drawingml/2006/main">
              <a:ext uri="{FF2B5EF4-FFF2-40B4-BE49-F238E27FC236}">
                <a16:creationId xmlns:a16="http://schemas.microsoft.com/office/drawing/2014/main" id="{79B8D03E-DDBD-48B8-898D-95D43D48D5C9}"/>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Orchestratorul tine ordinea</a:t>
            </a:r>
          </a:p>
        </p:txBody>
      </p:sp>
      <p:sp>
        <p:nvSpPr>
          <p:cNvPr id="5" name="">
            <a:extLst xmlns:a="http://schemas.openxmlformats.org/drawingml/2006/main">
              <a:ext uri="{FF2B5EF4-FFF2-40B4-BE49-F238E27FC236}">
                <a16:creationId xmlns:a16="http://schemas.microsoft.com/office/drawing/2014/main" id="{DD25F903-8BE4-4E83-8C91-AF7079F123EF}"/>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El paralelizeaza unde are sens si opreste procesul cand apar riscuri.</a:t>
            </a:r>
          </a:p>
        </p:txBody>
      </p:sp>
      <p:sp>
        <p:nvSpPr>
          <p:cNvPr id="6" name="">
            <a:extLst xmlns:a="http://schemas.openxmlformats.org/drawingml/2006/main">
              <a:ext uri="{FF2B5EF4-FFF2-40B4-BE49-F238E27FC236}">
                <a16:creationId xmlns:a16="http://schemas.microsoft.com/office/drawing/2014/main" id="{F822EE87-E58D-476F-B397-0BD077E68BDC}"/>
              </a:ext>
            </a:extLst>
          </p:cNvPr>
          <p:cNvSpPr>
            <a:spLocks xmlns:a="http://schemas.openxmlformats.org/drawingml/2006/main" noGrp="1"/>
          </p:cNvSpPr>
          <p:nvPr/>
        </p:nvSpPr>
        <p:spPr>
          <a:xfrm xmlns:a="http://schemas.openxmlformats.org/drawingml/2006/main">
            <a:off x="971550" y="26479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2D52D4"/>
                </a:solidFill>
                <a:latin typeface="Onest"/>
                <a:ea typeface="Onest"/>
                <a:cs typeface="Onest"/>
              </a:defRPr>
            </a:pPr>
            <a:r>
              <a:rPr sz="1650" b="1" i="0">
                <a:solidFill>
                  <a:srgbClr val="2D52D4"/>
                </a:solidFill>
                <a:latin typeface="Onest"/>
                <a:ea typeface="Onest"/>
                <a:cs typeface="Onest"/>
              </a:rPr>
              <a:t>Chain</a:t>
            </a:r>
          </a:p>
        </p:txBody>
      </p:sp>
      <p:sp>
        <p:nvSpPr>
          <p:cNvPr id="7" name="">
            <a:extLst xmlns:a="http://schemas.openxmlformats.org/drawingml/2006/main">
              <a:ext uri="{FF2B5EF4-FFF2-40B4-BE49-F238E27FC236}">
                <a16:creationId xmlns:a16="http://schemas.microsoft.com/office/drawing/2014/main" id="{604917BD-BDBD-4AE2-9E43-2307CBDB4931}"/>
              </a:ext>
            </a:extLst>
          </p:cNvPr>
          <p:cNvSpPr>
            <a:spLocks xmlns:a="http://schemas.openxmlformats.org/drawingml/2006/main" noGrp="1"/>
          </p:cNvSpPr>
          <p:nvPr/>
        </p:nvSpPr>
        <p:spPr>
          <a:xfrm xmlns:a="http://schemas.openxmlformats.org/drawingml/2006/main">
            <a:off x="2647950" y="2476500"/>
            <a:ext cx="1733550" cy="647700"/>
          </a:xfrm>
          <a:prstGeom xmlns:a="http://schemas.openxmlformats.org/drawingml/2006/main" prst="roundRect">
            <a:avLst>
              <a:gd name="adj" fmla="val 19118"/>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Harvesting</a:t>
            </a:r>
          </a:p>
        </p:txBody>
      </p:sp>
      <p:sp>
        <p:nvSpPr>
          <p:cNvPr id="8" name="">
            <a:extLst xmlns:a="http://schemas.openxmlformats.org/drawingml/2006/main">
              <a:ext uri="{FF2B5EF4-FFF2-40B4-BE49-F238E27FC236}">
                <a16:creationId xmlns:a16="http://schemas.microsoft.com/office/drawing/2014/main" id="{F060BFF3-4F79-41B9-AECE-EA5945EAA57E}"/>
              </a:ext>
            </a:extLst>
          </p:cNvPr>
          <p:cNvSpPr>
            <a:spLocks xmlns:a="http://schemas.openxmlformats.org/drawingml/2006/main" noGrp="1"/>
          </p:cNvSpPr>
          <p:nvPr/>
        </p:nvSpPr>
        <p:spPr>
          <a:xfrm xmlns:a="http://schemas.openxmlformats.org/drawingml/2006/main">
            <a:off x="4514850" y="26289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9" name="">
            <a:extLst xmlns:a="http://schemas.openxmlformats.org/drawingml/2006/main">
              <a:ext uri="{FF2B5EF4-FFF2-40B4-BE49-F238E27FC236}">
                <a16:creationId xmlns:a16="http://schemas.microsoft.com/office/drawing/2014/main" id="{213BEEE3-9AD5-48A9-A3BE-9248BC2A508A}"/>
              </a:ext>
            </a:extLst>
          </p:cNvPr>
          <p:cNvSpPr>
            <a:spLocks xmlns:a="http://schemas.openxmlformats.org/drawingml/2006/main" noGrp="1"/>
          </p:cNvSpPr>
          <p:nvPr/>
        </p:nvSpPr>
        <p:spPr>
          <a:xfrm xmlns:a="http://schemas.openxmlformats.org/drawingml/2006/main">
            <a:off x="5029200" y="2476500"/>
            <a:ext cx="1733550" cy="647700"/>
          </a:xfrm>
          <a:prstGeom xmlns:a="http://schemas.openxmlformats.org/drawingml/2006/main" prst="roundRect">
            <a:avLst>
              <a:gd name="adj" fmla="val 19118"/>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Scriere</a:t>
            </a:r>
          </a:p>
        </p:txBody>
      </p:sp>
      <p:sp>
        <p:nvSpPr>
          <p:cNvPr id="10" name="">
            <a:extLst xmlns:a="http://schemas.openxmlformats.org/drawingml/2006/main">
              <a:ext uri="{FF2B5EF4-FFF2-40B4-BE49-F238E27FC236}">
                <a16:creationId xmlns:a16="http://schemas.microsoft.com/office/drawing/2014/main" id="{80C6209E-2163-46B3-80D3-21927B2D6391}"/>
              </a:ext>
            </a:extLst>
          </p:cNvPr>
          <p:cNvSpPr>
            <a:spLocks xmlns:a="http://schemas.openxmlformats.org/drawingml/2006/main" noGrp="1"/>
          </p:cNvSpPr>
          <p:nvPr/>
        </p:nvSpPr>
        <p:spPr>
          <a:xfrm xmlns:a="http://schemas.openxmlformats.org/drawingml/2006/main">
            <a:off x="6896100" y="26289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1" name="">
            <a:extLst xmlns:a="http://schemas.openxmlformats.org/drawingml/2006/main">
              <a:ext uri="{FF2B5EF4-FFF2-40B4-BE49-F238E27FC236}">
                <a16:creationId xmlns:a16="http://schemas.microsoft.com/office/drawing/2014/main" id="{BF572E94-8782-42EA-8A1A-143053B2B558}"/>
              </a:ext>
            </a:extLst>
          </p:cNvPr>
          <p:cNvSpPr>
            <a:spLocks xmlns:a="http://schemas.openxmlformats.org/drawingml/2006/main" noGrp="1"/>
          </p:cNvSpPr>
          <p:nvPr/>
        </p:nvSpPr>
        <p:spPr>
          <a:xfrm xmlns:a="http://schemas.openxmlformats.org/drawingml/2006/main">
            <a:off x="7410450" y="2476500"/>
            <a:ext cx="1733550" cy="647700"/>
          </a:xfrm>
          <a:prstGeom xmlns:a="http://schemas.openxmlformats.org/drawingml/2006/main" prst="roundRect">
            <a:avLst>
              <a:gd name="adj" fmla="val 19118"/>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Trimitere</a:t>
            </a:r>
          </a:p>
        </p:txBody>
      </p:sp>
      <p:sp>
        <p:nvSpPr>
          <p:cNvPr id="12" name="">
            <a:extLst xmlns:a="http://schemas.openxmlformats.org/drawingml/2006/main">
              <a:ext uri="{FF2B5EF4-FFF2-40B4-BE49-F238E27FC236}">
                <a16:creationId xmlns:a16="http://schemas.microsoft.com/office/drawing/2014/main" id="{2822DEAC-A0C1-4C0C-BB26-3E4B46C3A10C}"/>
              </a:ext>
            </a:extLst>
          </p:cNvPr>
          <p:cNvSpPr>
            <a:spLocks xmlns:a="http://schemas.openxmlformats.org/drawingml/2006/main" noGrp="1"/>
          </p:cNvSpPr>
          <p:nvPr/>
        </p:nvSpPr>
        <p:spPr>
          <a:xfrm xmlns:a="http://schemas.openxmlformats.org/drawingml/2006/main">
            <a:off x="971550" y="36576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7C3AED"/>
                </a:solidFill>
                <a:latin typeface="Onest"/>
                <a:ea typeface="Onest"/>
                <a:cs typeface="Onest"/>
              </a:defRPr>
            </a:pPr>
            <a:r>
              <a:rPr sz="1650" b="1" i="0">
                <a:solidFill>
                  <a:srgbClr val="7C3AED"/>
                </a:solidFill>
                <a:latin typeface="Onest"/>
                <a:ea typeface="Onest"/>
                <a:cs typeface="Onest"/>
              </a:rPr>
              <a:t>Parallel</a:t>
            </a:r>
          </a:p>
        </p:txBody>
      </p:sp>
      <p:sp>
        <p:nvSpPr>
          <p:cNvPr id="13" name="">
            <a:extLst xmlns:a="http://schemas.openxmlformats.org/drawingml/2006/main">
              <a:ext uri="{FF2B5EF4-FFF2-40B4-BE49-F238E27FC236}">
                <a16:creationId xmlns:a16="http://schemas.microsoft.com/office/drawing/2014/main" id="{8B2126CB-D3FC-47E4-AADC-C0D8041A8EA9}"/>
              </a:ext>
            </a:extLst>
          </p:cNvPr>
          <p:cNvSpPr>
            <a:spLocks xmlns:a="http://schemas.openxmlformats.org/drawingml/2006/main" noGrp="1"/>
          </p:cNvSpPr>
          <p:nvPr/>
        </p:nvSpPr>
        <p:spPr>
          <a:xfrm xmlns:a="http://schemas.openxmlformats.org/drawingml/2006/main">
            <a:off x="2647950" y="3486150"/>
            <a:ext cx="1733550" cy="647700"/>
          </a:xfrm>
          <a:prstGeom xmlns:a="http://schemas.openxmlformats.org/drawingml/2006/main" prst="roundRect">
            <a:avLst>
              <a:gd name="adj" fmla="val 19118"/>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10 lead-uri</a:t>
            </a:r>
          </a:p>
        </p:txBody>
      </p:sp>
      <p:sp>
        <p:nvSpPr>
          <p:cNvPr id="14" name="">
            <a:extLst xmlns:a="http://schemas.openxmlformats.org/drawingml/2006/main">
              <a:ext uri="{FF2B5EF4-FFF2-40B4-BE49-F238E27FC236}">
                <a16:creationId xmlns:a16="http://schemas.microsoft.com/office/drawing/2014/main" id="{6D48ECFF-F18B-4100-8A10-50CDF227FDAB}"/>
              </a:ext>
            </a:extLst>
          </p:cNvPr>
          <p:cNvSpPr>
            <a:spLocks xmlns:a="http://schemas.openxmlformats.org/drawingml/2006/main" noGrp="1"/>
          </p:cNvSpPr>
          <p:nvPr/>
        </p:nvSpPr>
        <p:spPr>
          <a:xfrm xmlns:a="http://schemas.openxmlformats.org/drawingml/2006/main">
            <a:off x="4514850" y="36385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5" name="">
            <a:extLst xmlns:a="http://schemas.openxmlformats.org/drawingml/2006/main">
              <a:ext uri="{FF2B5EF4-FFF2-40B4-BE49-F238E27FC236}">
                <a16:creationId xmlns:a16="http://schemas.microsoft.com/office/drawing/2014/main" id="{FF736CF4-F4B9-4E9D-8FEA-57E65CEC2BF9}"/>
              </a:ext>
            </a:extLst>
          </p:cNvPr>
          <p:cNvSpPr>
            <a:spLocks xmlns:a="http://schemas.openxmlformats.org/drawingml/2006/main" noGrp="1"/>
          </p:cNvSpPr>
          <p:nvPr/>
        </p:nvSpPr>
        <p:spPr>
          <a:xfrm xmlns:a="http://schemas.openxmlformats.org/drawingml/2006/main">
            <a:off x="5029200" y="3486150"/>
            <a:ext cx="1733550" cy="647700"/>
          </a:xfrm>
          <a:prstGeom xmlns:a="http://schemas.openxmlformats.org/drawingml/2006/main" prst="roundRect">
            <a:avLst>
              <a:gd name="adj" fmla="val 19118"/>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10 writeri</a:t>
            </a:r>
          </a:p>
        </p:txBody>
      </p:sp>
      <p:sp>
        <p:nvSpPr>
          <p:cNvPr id="16" name="">
            <a:extLst xmlns:a="http://schemas.openxmlformats.org/drawingml/2006/main">
              <a:ext uri="{FF2B5EF4-FFF2-40B4-BE49-F238E27FC236}">
                <a16:creationId xmlns:a16="http://schemas.microsoft.com/office/drawing/2014/main" id="{3A50CB15-D352-4C12-9ECA-E7162699D680}"/>
              </a:ext>
            </a:extLst>
          </p:cNvPr>
          <p:cNvSpPr>
            <a:spLocks xmlns:a="http://schemas.openxmlformats.org/drawingml/2006/main" noGrp="1"/>
          </p:cNvSpPr>
          <p:nvPr/>
        </p:nvSpPr>
        <p:spPr>
          <a:xfrm xmlns:a="http://schemas.openxmlformats.org/drawingml/2006/main">
            <a:off x="6896100" y="36385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7" name="">
            <a:extLst xmlns:a="http://schemas.openxmlformats.org/drawingml/2006/main">
              <a:ext uri="{FF2B5EF4-FFF2-40B4-BE49-F238E27FC236}">
                <a16:creationId xmlns:a16="http://schemas.microsoft.com/office/drawing/2014/main" id="{7D615F3A-57EB-42D0-8272-8BD34608DCC1}"/>
              </a:ext>
            </a:extLst>
          </p:cNvPr>
          <p:cNvSpPr>
            <a:spLocks xmlns:a="http://schemas.openxmlformats.org/drawingml/2006/main" noGrp="1"/>
          </p:cNvSpPr>
          <p:nvPr/>
        </p:nvSpPr>
        <p:spPr>
          <a:xfrm xmlns:a="http://schemas.openxmlformats.org/drawingml/2006/main">
            <a:off x="7410450" y="3486150"/>
            <a:ext cx="1733550" cy="647700"/>
          </a:xfrm>
          <a:prstGeom xmlns:a="http://schemas.openxmlformats.org/drawingml/2006/main" prst="roundRect">
            <a:avLst>
              <a:gd name="adj" fmla="val 19118"/>
            </a:avLst>
          </a:prstGeom>
          <a:solidFill xmlns:a="http://schemas.openxmlformats.org/drawingml/2006/main">
            <a:srgbClr val="FCE7F3"/>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QA queue</a:t>
            </a:r>
          </a:p>
        </p:txBody>
      </p:sp>
      <p:sp>
        <p:nvSpPr>
          <p:cNvPr id="18" name="">
            <a:extLst xmlns:a="http://schemas.openxmlformats.org/drawingml/2006/main">
              <a:ext uri="{FF2B5EF4-FFF2-40B4-BE49-F238E27FC236}">
                <a16:creationId xmlns:a16="http://schemas.microsoft.com/office/drawing/2014/main" id="{7143AC64-6CC0-47C3-A743-6E1509B6011E}"/>
              </a:ext>
            </a:extLst>
          </p:cNvPr>
          <p:cNvSpPr>
            <a:spLocks xmlns:a="http://schemas.openxmlformats.org/drawingml/2006/main" noGrp="1"/>
          </p:cNvSpPr>
          <p:nvPr/>
        </p:nvSpPr>
        <p:spPr>
          <a:xfrm xmlns:a="http://schemas.openxmlformats.org/drawingml/2006/main">
            <a:off x="971550" y="46672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C2410C"/>
                </a:solidFill>
                <a:latin typeface="Onest"/>
                <a:ea typeface="Onest"/>
                <a:cs typeface="Onest"/>
              </a:defRPr>
            </a:pPr>
            <a:r>
              <a:rPr sz="1650" b="1" i="0">
                <a:solidFill>
                  <a:srgbClr val="C2410C"/>
                </a:solidFill>
                <a:latin typeface="Onest"/>
                <a:ea typeface="Onest"/>
                <a:cs typeface="Onest"/>
              </a:rPr>
              <a:t>Checkpoint</a:t>
            </a:r>
          </a:p>
        </p:txBody>
      </p:sp>
      <p:sp>
        <p:nvSpPr>
          <p:cNvPr id="19" name="">
            <a:extLst xmlns:a="http://schemas.openxmlformats.org/drawingml/2006/main">
              <a:ext uri="{FF2B5EF4-FFF2-40B4-BE49-F238E27FC236}">
                <a16:creationId xmlns:a16="http://schemas.microsoft.com/office/drawing/2014/main" id="{82707C14-C1C4-4CA8-B20B-1AE414FF38F9}"/>
              </a:ext>
            </a:extLst>
          </p:cNvPr>
          <p:cNvSpPr>
            <a:spLocks xmlns:a="http://schemas.openxmlformats.org/drawingml/2006/main" noGrp="1"/>
          </p:cNvSpPr>
          <p:nvPr/>
        </p:nvSpPr>
        <p:spPr>
          <a:xfrm xmlns:a="http://schemas.openxmlformats.org/drawingml/2006/main">
            <a:off x="2647950" y="4495800"/>
            <a:ext cx="1733550" cy="647700"/>
          </a:xfrm>
          <a:prstGeom xmlns:a="http://schemas.openxmlformats.org/drawingml/2006/main" prst="roundRect">
            <a:avLst>
              <a:gd name="adj" fmla="val 19118"/>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Test</a:t>
            </a:r>
          </a:p>
        </p:txBody>
      </p:sp>
      <p:sp>
        <p:nvSpPr>
          <p:cNvPr id="20" name="">
            <a:extLst xmlns:a="http://schemas.openxmlformats.org/drawingml/2006/main">
              <a:ext uri="{FF2B5EF4-FFF2-40B4-BE49-F238E27FC236}">
                <a16:creationId xmlns:a16="http://schemas.microsoft.com/office/drawing/2014/main" id="{84992CB4-458B-403F-A5D7-49C1A4ED08D1}"/>
              </a:ext>
            </a:extLst>
          </p:cNvPr>
          <p:cNvSpPr>
            <a:spLocks xmlns:a="http://schemas.openxmlformats.org/drawingml/2006/main" noGrp="1"/>
          </p:cNvSpPr>
          <p:nvPr/>
        </p:nvSpPr>
        <p:spPr>
          <a:xfrm xmlns:a="http://schemas.openxmlformats.org/drawingml/2006/main">
            <a:off x="4514850" y="46482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21" name="">
            <a:extLst xmlns:a="http://schemas.openxmlformats.org/drawingml/2006/main">
              <a:ext uri="{FF2B5EF4-FFF2-40B4-BE49-F238E27FC236}">
                <a16:creationId xmlns:a16="http://schemas.microsoft.com/office/drawing/2014/main" id="{109F9E75-2972-40D4-BDD3-8E2523946D06}"/>
              </a:ext>
            </a:extLst>
          </p:cNvPr>
          <p:cNvSpPr>
            <a:spLocks xmlns:a="http://schemas.openxmlformats.org/drawingml/2006/main" noGrp="1"/>
          </p:cNvSpPr>
          <p:nvPr/>
        </p:nvSpPr>
        <p:spPr>
          <a:xfrm xmlns:a="http://schemas.openxmlformats.org/drawingml/2006/main">
            <a:off x="5029200" y="4495800"/>
            <a:ext cx="1733550" cy="647700"/>
          </a:xfrm>
          <a:prstGeom xmlns:a="http://schemas.openxmlformats.org/drawingml/2006/main" prst="roundRect">
            <a:avLst>
              <a:gd name="adj" fmla="val 19118"/>
            </a:avLst>
          </a:prstGeom>
          <a:solidFill xmlns:a="http://schemas.openxmlformats.org/drawingml/2006/main">
            <a:srgbClr val="FCE7F3"/>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Review</a:t>
            </a:r>
          </a:p>
        </p:txBody>
      </p:sp>
      <p:sp>
        <p:nvSpPr>
          <p:cNvPr id="22" name="">
            <a:extLst xmlns:a="http://schemas.openxmlformats.org/drawingml/2006/main">
              <a:ext uri="{FF2B5EF4-FFF2-40B4-BE49-F238E27FC236}">
                <a16:creationId xmlns:a16="http://schemas.microsoft.com/office/drawing/2014/main" id="{5D436F76-9E12-4CEA-B420-C4C554072CE7}"/>
              </a:ext>
            </a:extLst>
          </p:cNvPr>
          <p:cNvSpPr>
            <a:spLocks xmlns:a="http://schemas.openxmlformats.org/drawingml/2006/main" noGrp="1"/>
          </p:cNvSpPr>
          <p:nvPr/>
        </p:nvSpPr>
        <p:spPr>
          <a:xfrm xmlns:a="http://schemas.openxmlformats.org/drawingml/2006/main">
            <a:off x="6896100" y="46482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23" name="">
            <a:extLst xmlns:a="http://schemas.openxmlformats.org/drawingml/2006/main">
              <a:ext uri="{FF2B5EF4-FFF2-40B4-BE49-F238E27FC236}">
                <a16:creationId xmlns:a16="http://schemas.microsoft.com/office/drawing/2014/main" id="{C39C2468-802C-4758-B3AA-F74128497CBB}"/>
              </a:ext>
            </a:extLst>
          </p:cNvPr>
          <p:cNvSpPr>
            <a:spLocks xmlns:a="http://schemas.openxmlformats.org/drawingml/2006/main" noGrp="1"/>
          </p:cNvSpPr>
          <p:nvPr/>
        </p:nvSpPr>
        <p:spPr>
          <a:xfrm xmlns:a="http://schemas.openxmlformats.org/drawingml/2006/main">
            <a:off x="7410450" y="4495800"/>
            <a:ext cx="1733550" cy="647700"/>
          </a:xfrm>
          <a:prstGeom xmlns:a="http://schemas.openxmlformats.org/drawingml/2006/main" prst="roundRect">
            <a:avLst>
              <a:gd name="adj" fmla="val 19118"/>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Retry / Stop</a:t>
            </a:r>
          </a:p>
        </p:txBody>
      </p:sp>
      <p:sp>
        <p:nvSpPr>
          <p:cNvPr id="24" name="">
            <a:extLst xmlns:a="http://schemas.openxmlformats.org/drawingml/2006/main">
              <a:ext uri="{FF2B5EF4-FFF2-40B4-BE49-F238E27FC236}">
                <a16:creationId xmlns:a16="http://schemas.microsoft.com/office/drawing/2014/main" id="{62E7ABBB-5B3A-4547-854E-AD36D3B68584}"/>
              </a:ext>
            </a:extLst>
          </p:cNvPr>
          <p:cNvSpPr>
            <a:spLocks xmlns:a="http://schemas.openxmlformats.org/drawingml/2006/main" noGrp="1"/>
          </p:cNvSpPr>
          <p:nvPr/>
        </p:nvSpPr>
        <p:spPr>
          <a:xfrm xmlns:a="http://schemas.openxmlformats.org/drawingml/2006/main">
            <a:off x="2724150" y="5638800"/>
            <a:ext cx="6743700" cy="438150"/>
          </a:xfrm>
          <a:prstGeom xmlns:a="http://schemas.openxmlformats.org/drawingml/2006/main" prst="roundRect">
            <a:avLst>
              <a:gd name="adj" fmla="val 26087"/>
            </a:avLst>
          </a:prstGeom>
          <a:solidFill xmlns:a="http://schemas.openxmlformats.org/drawingml/2006/main">
            <a:srgbClr val="0B1120"/>
          </a:solidFill>
          <a:ln xmlns:a="http://schemas.openxmlformats.org/drawingml/2006/main" w="9525">
            <a:solidFill>
              <a:srgbClr val="0B1120"/>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FFFFFF"/>
                </a:solidFill>
                <a:latin typeface="Onest"/>
                <a:ea typeface="Onest"/>
                <a:cs typeface="Onest"/>
              </a:defRPr>
            </a:pPr>
            <a:r>
              <a:rPr sz="1425" b="1">
                <a:solidFill>
                  <a:srgbClr val="FFFFFF"/>
                </a:solidFill>
                <a:latin typeface="Onest"/>
                <a:ea typeface="Onest"/>
                <a:cs typeface="Onest"/>
              </a:rPr>
              <a:t>Fara orchestrator, ai doar mai multe taskuri care se incurca intre ele.</a:t>
            </a:r>
          </a:p>
        </p:txBody>
      </p:sp>
    </p:spTree>
    <p:extLst>
      <p:ext uri="{BB962C8B-B14F-4D97-AF65-F5344CB8AC3E}">
        <p14:creationId xmlns:p14="http://schemas.microsoft.com/office/powerpoint/2010/main" val="11681076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1384CF7-2EAB-4E82-8F54-53BAE52BFA0B}"/>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12 / 30</a:t>
            </a:r>
          </a:p>
        </p:txBody>
      </p:sp>
      <p:sp>
        <p:nvSpPr>
          <p:cNvPr id="2" name="">
            <a:extLst xmlns:a="http://schemas.openxmlformats.org/drawingml/2006/main">
              <a:ext uri="{FF2B5EF4-FFF2-40B4-BE49-F238E27FC236}">
                <a16:creationId xmlns:a16="http://schemas.microsoft.com/office/drawing/2014/main" id="{15F8A45C-932E-4712-857E-D3EFC3295F5B}"/>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D0A4AA-3BD5-4F85-B5EF-69C592F98529}"/>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COMANDA</a:t>
            </a:r>
          </a:p>
        </p:txBody>
      </p:sp>
      <p:sp>
        <p:nvSpPr>
          <p:cNvPr id="4" name="">
            <a:extLst xmlns:a="http://schemas.openxmlformats.org/drawingml/2006/main">
              <a:ext uri="{FF2B5EF4-FFF2-40B4-BE49-F238E27FC236}">
                <a16:creationId xmlns:a16="http://schemas.microsoft.com/office/drawing/2014/main" id="{70356783-5DEE-4D2A-A30D-F41934657226}"/>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CLAUDE.md pastreaza regulile jocului</a:t>
            </a:r>
          </a:p>
        </p:txBody>
      </p:sp>
      <p:sp>
        <p:nvSpPr>
          <p:cNvPr id="5" name="">
            <a:extLst xmlns:a="http://schemas.openxmlformats.org/drawingml/2006/main">
              <a:ext uri="{FF2B5EF4-FFF2-40B4-BE49-F238E27FC236}">
                <a16:creationId xmlns:a16="http://schemas.microsoft.com/office/drawing/2014/main" id="{F79627CB-9821-49EA-B3B6-E3D3945C2276}"/>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Acolo pui contextul, ordinea si criteriile de oprire. Nu pui chei API.</a:t>
            </a:r>
          </a:p>
        </p:txBody>
      </p:sp>
      <p:sp>
        <p:nvSpPr>
          <p:cNvPr id="6" name="">
            <a:extLst xmlns:a="http://schemas.openxmlformats.org/drawingml/2006/main">
              <a:ext uri="{FF2B5EF4-FFF2-40B4-BE49-F238E27FC236}">
                <a16:creationId xmlns:a16="http://schemas.microsoft.com/office/drawing/2014/main" id="{3CA8A22A-E6D1-4F4C-98E4-D2528B892E4E}"/>
              </a:ext>
            </a:extLst>
          </p:cNvPr>
          <p:cNvSpPr>
            <a:spLocks xmlns:a="http://schemas.openxmlformats.org/drawingml/2006/main" noGrp="1"/>
          </p:cNvSpPr>
          <p:nvPr/>
        </p:nvSpPr>
        <p:spPr>
          <a:xfrm xmlns:a="http://schemas.openxmlformats.org/drawingml/2006/main">
            <a:off x="1009650" y="2247900"/>
            <a:ext cx="5905500" cy="3448050"/>
          </a:xfrm>
          <a:prstGeom xmlns:a="http://schemas.openxmlformats.org/drawingml/2006/main" prst="roundRect">
            <a:avLst>
              <a:gd name="adj" fmla="val 3867"/>
            </a:avLst>
          </a:prstGeom>
          <a:solidFill xmlns:a="http://schemas.openxmlformats.org/drawingml/2006/main">
            <a:srgbClr val="0B1120"/>
          </a:solidFill>
          <a:ln xmlns:a="http://schemas.openxmlformats.org/drawingml/2006/main" w="9525">
            <a:solidFill>
              <a:srgbClr val="1E293B"/>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2652683-F958-486D-BD1E-2E897B90374E}"/>
              </a:ext>
            </a:extLst>
          </p:cNvPr>
          <p:cNvSpPr>
            <a:spLocks xmlns:a="http://schemas.openxmlformats.org/drawingml/2006/main" noGrp="1"/>
          </p:cNvSpPr>
          <p:nvPr/>
        </p:nvSpPr>
        <p:spPr>
          <a:xfrm xmlns:a="http://schemas.openxmlformats.org/drawingml/2006/main">
            <a:off x="1009650" y="2247900"/>
            <a:ext cx="5905500" cy="400050"/>
          </a:xfrm>
          <a:prstGeom xmlns:a="http://schemas.openxmlformats.org/drawingml/2006/main" prst="roundRect">
            <a:avLst>
              <a:gd name="adj" fmla="val 33333"/>
            </a:avLst>
          </a:prstGeom>
          <a:solidFill xmlns:a="http://schemas.openxmlformats.org/drawingml/2006/main">
            <a:srgbClr val="1E293B"/>
          </a:solidFill>
          <a:ln xmlns:a="http://schemas.openxmlformats.org/drawingml/2006/main" w="9525">
            <a:solidFill>
              <a:srgbClr val="1E293B"/>
            </a:solidFill>
            <a:prstDash val="solid"/>
          </a:ln>
        </p:spPr>
      </p:sp>
      <p:sp>
        <p:nvSpPr>
          <p:cNvPr id="8" name="">
            <a:extLst xmlns:a="http://schemas.openxmlformats.org/drawingml/2006/main">
              <a:ext uri="{FF2B5EF4-FFF2-40B4-BE49-F238E27FC236}">
                <a16:creationId xmlns:a16="http://schemas.microsoft.com/office/drawing/2014/main" id="{CB5DEA23-9350-44FC-AF0F-3AC6F3B230C6}"/>
              </a:ext>
            </a:extLst>
          </p:cNvPr>
          <p:cNvSpPr>
            <a:spLocks xmlns:a="http://schemas.openxmlformats.org/drawingml/2006/main" noGrp="1"/>
          </p:cNvSpPr>
          <p:nvPr/>
        </p:nvSpPr>
        <p:spPr>
          <a:xfrm xmlns:a="http://schemas.openxmlformats.org/drawingml/2006/main">
            <a:off x="1181100" y="2390775"/>
            <a:ext cx="104775" cy="10477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CD62805-49CF-4081-A994-ED8174D34FE5}"/>
              </a:ext>
            </a:extLst>
          </p:cNvPr>
          <p:cNvSpPr>
            <a:spLocks xmlns:a="http://schemas.openxmlformats.org/drawingml/2006/main" noGrp="1"/>
          </p:cNvSpPr>
          <p:nvPr/>
        </p:nvSpPr>
        <p:spPr>
          <a:xfrm xmlns:a="http://schemas.openxmlformats.org/drawingml/2006/main">
            <a:off x="1371600" y="2390775"/>
            <a:ext cx="104775" cy="10477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2B9FC6C-EAB5-4034-B8F1-24BE28092A55}"/>
              </a:ext>
            </a:extLst>
          </p:cNvPr>
          <p:cNvSpPr>
            <a:spLocks xmlns:a="http://schemas.openxmlformats.org/drawingml/2006/main" noGrp="1"/>
          </p:cNvSpPr>
          <p:nvPr/>
        </p:nvSpPr>
        <p:spPr>
          <a:xfrm xmlns:a="http://schemas.openxmlformats.org/drawingml/2006/main">
            <a:off x="1562100" y="2390775"/>
            <a:ext cx="104775" cy="10477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6E534F-74FD-4096-B2FF-CD16891AC599}"/>
              </a:ext>
            </a:extLst>
          </p:cNvPr>
          <p:cNvSpPr>
            <a:spLocks xmlns:a="http://schemas.openxmlformats.org/drawingml/2006/main" noGrp="1"/>
          </p:cNvSpPr>
          <p:nvPr/>
        </p:nvSpPr>
        <p:spPr>
          <a:xfrm xmlns:a="http://schemas.openxmlformats.org/drawingml/2006/main">
            <a:off x="1828800" y="2362200"/>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94A3B8"/>
                </a:solidFill>
                <a:latin typeface="Onest"/>
                <a:ea typeface="Onest"/>
                <a:cs typeface="Onest"/>
              </a:defRPr>
            </a:pPr>
            <a:r>
              <a:rPr sz="975" b="1" i="0">
                <a:solidFill>
                  <a:srgbClr val="94A3B8"/>
                </a:solidFill>
                <a:latin typeface="Onest"/>
                <a:ea typeface="Onest"/>
                <a:cs typeface="Onest"/>
              </a:rPr>
              <a:t>CLAUDE.md - centru de comanda</a:t>
            </a:r>
          </a:p>
        </p:txBody>
      </p:sp>
      <p:sp>
        <p:nvSpPr>
          <p:cNvPr id="12" name="">
            <a:extLst xmlns:a="http://schemas.openxmlformats.org/drawingml/2006/main">
              <a:ext uri="{FF2B5EF4-FFF2-40B4-BE49-F238E27FC236}">
                <a16:creationId xmlns:a16="http://schemas.microsoft.com/office/drawing/2014/main" id="{EAC9E6DD-9010-48A6-A201-AA81C981476A}"/>
              </a:ext>
            </a:extLst>
          </p:cNvPr>
          <p:cNvSpPr>
            <a:spLocks xmlns:a="http://schemas.openxmlformats.org/drawingml/2006/main" noGrp="1"/>
          </p:cNvSpPr>
          <p:nvPr/>
        </p:nvSpPr>
        <p:spPr>
          <a:xfrm xmlns:a="http://schemas.openxmlformats.org/drawingml/2006/main">
            <a:off x="1276350" y="283845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5B7CF7"/>
                </a:solidFill>
                <a:latin typeface="JetBrains Mono"/>
                <a:ea typeface="JetBrains Mono"/>
                <a:cs typeface="JetBrains Mono"/>
              </a:defRPr>
            </a:pPr>
            <a:r>
              <a:rPr sz="1200" b="0" i="0">
                <a:solidFill>
                  <a:srgbClr val="5B7CF7"/>
                </a:solidFill>
                <a:latin typeface="JetBrains Mono"/>
                <a:ea typeface="JetBrains Mono"/>
                <a:cs typeface="JetBrains Mono"/>
              </a:rPr>
              <a:t># Ce avem voie sa facem</a:t>
            </a:r>
          </a:p>
        </p:txBody>
      </p:sp>
      <p:sp>
        <p:nvSpPr>
          <p:cNvPr id="13" name="">
            <a:extLst xmlns:a="http://schemas.openxmlformats.org/drawingml/2006/main">
              <a:ext uri="{FF2B5EF4-FFF2-40B4-BE49-F238E27FC236}">
                <a16:creationId xmlns:a16="http://schemas.microsoft.com/office/drawing/2014/main" id="{6C70C71F-995D-4252-AF3A-B673B2AFDEDF}"/>
              </a:ext>
            </a:extLst>
          </p:cNvPr>
          <p:cNvSpPr>
            <a:spLocks xmlns:a="http://schemas.openxmlformats.org/drawingml/2006/main" noGrp="1"/>
          </p:cNvSpPr>
          <p:nvPr/>
        </p:nvSpPr>
        <p:spPr>
          <a:xfrm xmlns:a="http://schemas.openxmlformats.org/drawingml/2006/main">
            <a:off x="1276350" y="312420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folosim doar contacte publice</a:t>
            </a:r>
          </a:p>
        </p:txBody>
      </p:sp>
      <p:sp>
        <p:nvSpPr>
          <p:cNvPr id="14" name="">
            <a:extLst xmlns:a="http://schemas.openxmlformats.org/drawingml/2006/main">
              <a:ext uri="{FF2B5EF4-FFF2-40B4-BE49-F238E27FC236}">
                <a16:creationId xmlns:a16="http://schemas.microsoft.com/office/drawing/2014/main" id="{EC056970-0ECC-4669-B400-A640F30BCBB7}"/>
              </a:ext>
            </a:extLst>
          </p:cNvPr>
          <p:cNvSpPr>
            <a:spLocks xmlns:a="http://schemas.openxmlformats.org/drawingml/2006/main" noGrp="1"/>
          </p:cNvSpPr>
          <p:nvPr/>
        </p:nvSpPr>
        <p:spPr>
          <a:xfrm xmlns:a="http://schemas.openxmlformats.org/drawingml/2006/main">
            <a:off x="1276350" y="340995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logam sursa si data verificarii</a:t>
            </a:r>
          </a:p>
        </p:txBody>
      </p:sp>
      <p:sp>
        <p:nvSpPr>
          <p:cNvPr id="15" name="">
            <a:extLst xmlns:a="http://schemas.openxmlformats.org/drawingml/2006/main">
              <a:ext uri="{FF2B5EF4-FFF2-40B4-BE49-F238E27FC236}">
                <a16:creationId xmlns:a16="http://schemas.microsoft.com/office/drawing/2014/main" id="{05BEE8BE-8EA3-45D4-943B-971EC7DFDBEE}"/>
              </a:ext>
            </a:extLst>
          </p:cNvPr>
          <p:cNvSpPr>
            <a:spLocks xmlns:a="http://schemas.openxmlformats.org/drawingml/2006/main" noGrp="1"/>
          </p:cNvSpPr>
          <p:nvPr/>
        </p:nvSpPr>
        <p:spPr>
          <a:xfrm xmlns:a="http://schemas.openxmlformats.org/drawingml/2006/main">
            <a:off x="1276350" y="369570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5B7CF7"/>
                </a:solidFill>
                <a:latin typeface="JetBrains Mono"/>
                <a:ea typeface="JetBrains Mono"/>
                <a:cs typeface="JetBrains Mono"/>
              </a:defRPr>
            </a:pPr>
            <a:r>
              <a:rPr sz="1200" b="0" i="0">
                <a:solidFill>
                  <a:srgbClr val="5B7CF7"/>
                </a:solidFill>
                <a:latin typeface="JetBrains Mono"/>
                <a:ea typeface="JetBrains Mono"/>
                <a:cs typeface="JetBrains Mono"/>
              </a:rPr>
              <a:t># Agenti / skills</a:t>
            </a:r>
          </a:p>
        </p:txBody>
      </p:sp>
      <p:sp>
        <p:nvSpPr>
          <p:cNvPr id="16" name="">
            <a:extLst xmlns:a="http://schemas.openxmlformats.org/drawingml/2006/main">
              <a:ext uri="{FF2B5EF4-FFF2-40B4-BE49-F238E27FC236}">
                <a16:creationId xmlns:a16="http://schemas.microsoft.com/office/drawing/2014/main" id="{4FB9BB3D-BADF-4620-AADE-CB1214F317CA}"/>
              </a:ext>
            </a:extLst>
          </p:cNvPr>
          <p:cNvSpPr>
            <a:spLocks xmlns:a="http://schemas.openxmlformats.org/drawingml/2006/main" noGrp="1"/>
          </p:cNvSpPr>
          <p:nvPr/>
        </p:nvSpPr>
        <p:spPr>
          <a:xfrm xmlns:a="http://schemas.openxmlformats.org/drawingml/2006/main">
            <a:off x="1276350" y="398145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prospecting: gaseste si califica</a:t>
            </a:r>
          </a:p>
        </p:txBody>
      </p:sp>
      <p:sp>
        <p:nvSpPr>
          <p:cNvPr id="17" name="">
            <a:extLst xmlns:a="http://schemas.openxmlformats.org/drawingml/2006/main">
              <a:ext uri="{FF2B5EF4-FFF2-40B4-BE49-F238E27FC236}">
                <a16:creationId xmlns:a16="http://schemas.microsoft.com/office/drawing/2014/main" id="{6075D3FF-C457-4ADC-8EC0-40559A463549}"/>
              </a:ext>
            </a:extLst>
          </p:cNvPr>
          <p:cNvSpPr>
            <a:spLocks xmlns:a="http://schemas.openxmlformats.org/drawingml/2006/main" noGrp="1"/>
          </p:cNvSpPr>
          <p:nvPr/>
        </p:nvSpPr>
        <p:spPr>
          <a:xfrm xmlns:a="http://schemas.openxmlformats.org/drawingml/2006/main">
            <a:off x="1276350" y="426720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writer: personalizeaza emailul</a:t>
            </a:r>
          </a:p>
        </p:txBody>
      </p:sp>
      <p:sp>
        <p:nvSpPr>
          <p:cNvPr id="18" name="">
            <a:extLst xmlns:a="http://schemas.openxmlformats.org/drawingml/2006/main">
              <a:ext uri="{FF2B5EF4-FFF2-40B4-BE49-F238E27FC236}">
                <a16:creationId xmlns:a16="http://schemas.microsoft.com/office/drawing/2014/main" id="{2AF7FB93-1C49-4865-95FE-43CE87BE0519}"/>
              </a:ext>
            </a:extLst>
          </p:cNvPr>
          <p:cNvSpPr>
            <a:spLocks xmlns:a="http://schemas.openxmlformats.org/drawingml/2006/main" noGrp="1"/>
          </p:cNvSpPr>
          <p:nvPr/>
        </p:nvSpPr>
        <p:spPr>
          <a:xfrm xmlns:a="http://schemas.openxmlformats.org/drawingml/2006/main">
            <a:off x="1276350" y="455295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reviewer: verifica riscuri</a:t>
            </a:r>
          </a:p>
        </p:txBody>
      </p:sp>
      <p:sp>
        <p:nvSpPr>
          <p:cNvPr id="19" name="">
            <a:extLst xmlns:a="http://schemas.openxmlformats.org/drawingml/2006/main">
              <a:ext uri="{FF2B5EF4-FFF2-40B4-BE49-F238E27FC236}">
                <a16:creationId xmlns:a16="http://schemas.microsoft.com/office/drawing/2014/main" id="{21CF6E95-893E-44CA-A7B0-511EAC757FDC}"/>
              </a:ext>
            </a:extLst>
          </p:cNvPr>
          <p:cNvSpPr>
            <a:spLocks xmlns:a="http://schemas.openxmlformats.org/drawingml/2006/main" noGrp="1"/>
          </p:cNvSpPr>
          <p:nvPr/>
        </p:nvSpPr>
        <p:spPr>
          <a:xfrm xmlns:a="http://schemas.openxmlformats.org/drawingml/2006/main">
            <a:off x="1276350" y="483870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5B7CF7"/>
                </a:solidFill>
                <a:latin typeface="JetBrains Mono"/>
                <a:ea typeface="JetBrains Mono"/>
                <a:cs typeface="JetBrains Mono"/>
              </a:defRPr>
            </a:pPr>
            <a:r>
              <a:rPr sz="1200" b="0" i="0">
                <a:solidFill>
                  <a:srgbClr val="5B7CF7"/>
                </a:solidFill>
                <a:latin typeface="JetBrains Mono"/>
                <a:ea typeface="JetBrains Mono"/>
                <a:cs typeface="JetBrains Mono"/>
              </a:rPr>
              <a:t># Cand se opreste</a:t>
            </a:r>
          </a:p>
        </p:txBody>
      </p:sp>
      <p:sp>
        <p:nvSpPr>
          <p:cNvPr id="20" name="">
            <a:extLst xmlns:a="http://schemas.openxmlformats.org/drawingml/2006/main">
              <a:ext uri="{FF2B5EF4-FFF2-40B4-BE49-F238E27FC236}">
                <a16:creationId xmlns:a16="http://schemas.microsoft.com/office/drawing/2014/main" id="{915AEACB-96D2-48F8-85D9-782BE5882DA1}"/>
              </a:ext>
            </a:extLst>
          </p:cNvPr>
          <p:cNvSpPr>
            <a:spLocks xmlns:a="http://schemas.openxmlformats.org/drawingml/2006/main" noGrp="1"/>
          </p:cNvSpPr>
          <p:nvPr/>
        </p:nvSpPr>
        <p:spPr>
          <a:xfrm xmlns:a="http://schemas.openxmlformats.org/drawingml/2006/main">
            <a:off x="1276350" y="512445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bounce rate peste prag</a:t>
            </a:r>
          </a:p>
        </p:txBody>
      </p:sp>
      <p:sp>
        <p:nvSpPr>
          <p:cNvPr id="21" name="">
            <a:extLst xmlns:a="http://schemas.openxmlformats.org/drawingml/2006/main">
              <a:ext uri="{FF2B5EF4-FFF2-40B4-BE49-F238E27FC236}">
                <a16:creationId xmlns:a16="http://schemas.microsoft.com/office/drawing/2014/main" id="{4956C09F-84F6-4891-BDB4-2350F16336F3}"/>
              </a:ext>
            </a:extLst>
          </p:cNvPr>
          <p:cNvSpPr>
            <a:spLocks xmlns:a="http://schemas.openxmlformats.org/drawingml/2006/main" noGrp="1"/>
          </p:cNvSpPr>
          <p:nvPr/>
        </p:nvSpPr>
        <p:spPr>
          <a:xfrm xmlns:a="http://schemas.openxmlformats.org/drawingml/2006/main">
            <a:off x="1276350" y="5410200"/>
            <a:ext cx="537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E2E8F0"/>
                </a:solidFill>
                <a:latin typeface="JetBrains Mono"/>
                <a:ea typeface="JetBrains Mono"/>
                <a:cs typeface="JetBrains Mono"/>
              </a:defRPr>
            </a:pPr>
            <a:r>
              <a:rPr sz="1200" b="0" i="0">
                <a:solidFill>
                  <a:srgbClr val="E2E8F0"/>
                </a:solidFill>
                <a:latin typeface="JetBrains Mono"/>
                <a:ea typeface="JetBrains Mono"/>
                <a:cs typeface="JetBrains Mono"/>
              </a:rPr>
              <a:t>- lipsesc surse sau context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8def3e1a18c4547"/>
          <a:stretch xmlns:a="http://schemas.openxmlformats.org/drawingml/2006/main"/>
        </p:blipFill>
        <p:spPr>
          <a:xfrm xmlns:a="http://schemas.openxmlformats.org/drawingml/2006/main">
            <a:off x="6400800" y="2343150"/>
            <a:ext cx="285750" cy="2857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A4520E66-7C3B-41FC-A132-BFC05E7D602B}"/>
              </a:ext>
            </a:extLst>
          </p:cNvPr>
          <p:cNvSpPr>
            <a:spLocks xmlns:a="http://schemas.openxmlformats.org/drawingml/2006/main" noGrp="1"/>
          </p:cNvSpPr>
          <p:nvPr/>
        </p:nvSpPr>
        <p:spPr>
          <a:xfrm xmlns:a="http://schemas.openxmlformats.org/drawingml/2006/main">
            <a:off x="7639050" y="2781300"/>
            <a:ext cx="3105150" cy="1981200"/>
          </a:xfrm>
          <a:prstGeom xmlns:a="http://schemas.openxmlformats.org/drawingml/2006/main" prst="roundRect">
            <a:avLst>
              <a:gd name="adj" fmla="val 7692"/>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Aici pui:</a:t>
            </a:r>
          </a:p>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context</a:t>
            </a:r>
          </a:p>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reguli</a:t>
            </a:r>
          </a:p>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ordine</a:t>
            </a:r>
          </a:p>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checkpoints</a:t>
            </a:r>
          </a:p>
          <a:p xmlns:a="http://schemas.openxmlformats.org/drawingml/2006/main">
            <a:r>
              <a:t/>
            </a:r>
          </a:p>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Nu pui:</a:t>
            </a:r>
          </a:p>
          <a:p xmlns:a="http://schemas.openxmlformats.org/drawingml/2006/main">
            <a:pPr algn="ctr">
              <a:lnSpc>
                <a:spcPct val="104000"/>
              </a:lnSpc>
              <a:buNone/>
              <a:defRPr sz="1350" b="1">
                <a:solidFill>
                  <a:srgbClr val="0F172A"/>
                </a:solidFill>
                <a:latin typeface="Onest"/>
                <a:ea typeface="Onest"/>
                <a:cs typeface="Onest"/>
              </a:defRPr>
            </a:pPr>
            <a:r>
              <a:rPr sz="1350" b="1">
                <a:solidFill>
                  <a:srgbClr val="0F172A"/>
                </a:solidFill>
                <a:latin typeface="Onest"/>
                <a:ea typeface="Onest"/>
                <a:cs typeface="Onest"/>
              </a:rPr>
              <a:t>secrete</a:t>
            </a:r>
          </a:p>
        </p:txBody>
      </p:sp>
    </p:spTree>
    <p:extLst>
      <p:ext uri="{BB962C8B-B14F-4D97-AF65-F5344CB8AC3E}">
        <p14:creationId xmlns:p14="http://schemas.microsoft.com/office/powerpoint/2010/main" val="4386011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C4B3DA2-1E90-43BE-B16C-E12E040C956B}"/>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13 / 30</a:t>
            </a:r>
          </a:p>
        </p:txBody>
      </p:sp>
      <p:sp>
        <p:nvSpPr>
          <p:cNvPr id="2" name="">
            <a:extLst xmlns:a="http://schemas.openxmlformats.org/drawingml/2006/main">
              <a:ext uri="{FF2B5EF4-FFF2-40B4-BE49-F238E27FC236}">
                <a16:creationId xmlns:a16="http://schemas.microsoft.com/office/drawing/2014/main" id="{03858DB8-BACC-4590-A37C-A9E8D64EEDD5}"/>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7DDE1D-4185-439A-BEC6-13B8A15051C4}"/>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MEDIU</a:t>
            </a:r>
          </a:p>
        </p:txBody>
      </p:sp>
      <p:sp>
        <p:nvSpPr>
          <p:cNvPr id="4" name="">
            <a:extLst xmlns:a="http://schemas.openxmlformats.org/drawingml/2006/main">
              <a:ext uri="{FF2B5EF4-FFF2-40B4-BE49-F238E27FC236}">
                <a16:creationId xmlns:a16="http://schemas.microsoft.com/office/drawing/2014/main" id="{439DA0CE-156B-473C-B90C-8A81D2BDAD06}"/>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VS Code te ajuta sa nu lucrezi orb in chat</a:t>
            </a:r>
          </a:p>
        </p:txBody>
      </p:sp>
      <p:sp>
        <p:nvSpPr>
          <p:cNvPr id="5" name="">
            <a:extLst xmlns:a="http://schemas.openxmlformats.org/drawingml/2006/main">
              <a:ext uri="{FF2B5EF4-FFF2-40B4-BE49-F238E27FC236}">
                <a16:creationId xmlns:a16="http://schemas.microsoft.com/office/drawing/2014/main" id="{2C6D9D93-F54B-48D7-BA51-13C707F7EE8B}"/>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Vezi fisierele, contextul si agentul in acelasi loc.</a:t>
            </a:r>
          </a:p>
        </p:txBody>
      </p:sp>
      <p:sp>
        <p:nvSpPr>
          <p:cNvPr id="6" name="">
            <a:extLst xmlns:a="http://schemas.openxmlformats.org/drawingml/2006/main">
              <a:ext uri="{FF2B5EF4-FFF2-40B4-BE49-F238E27FC236}">
                <a16:creationId xmlns:a16="http://schemas.microsoft.com/office/drawing/2014/main" id="{1816541B-F436-4BB1-A72D-37E9B83480DE}"/>
              </a:ext>
            </a:extLst>
          </p:cNvPr>
          <p:cNvSpPr>
            <a:spLocks xmlns:a="http://schemas.openxmlformats.org/drawingml/2006/main" noGrp="1"/>
          </p:cNvSpPr>
          <p:nvPr/>
        </p:nvSpPr>
        <p:spPr>
          <a:xfrm xmlns:a="http://schemas.openxmlformats.org/drawingml/2006/main">
            <a:off x="971550" y="2324100"/>
            <a:ext cx="685800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FA90264-A1A1-4DDC-B419-BFA242813643}"/>
              </a:ext>
            </a:extLst>
          </p:cNvPr>
          <p:cNvSpPr>
            <a:spLocks xmlns:a="http://schemas.openxmlformats.org/drawingml/2006/main" noGrp="1"/>
          </p:cNvSpPr>
          <p:nvPr/>
        </p:nvSpPr>
        <p:spPr>
          <a:xfrm xmlns:a="http://schemas.openxmlformats.org/drawingml/2006/main">
            <a:off x="971550" y="2324100"/>
            <a:ext cx="6858000" cy="400050"/>
          </a:xfrm>
          <a:prstGeom xmlns:a="http://schemas.openxmlformats.org/drawingml/2006/main" prst="roundRect">
            <a:avLst>
              <a:gd name="adj" fmla="val 38095"/>
            </a:avLst>
          </a:prstGeom>
          <a:solidFill xmlns:a="http://schemas.openxmlformats.org/drawingml/2006/main">
            <a:srgbClr val="E8EDF4"/>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90054222-8C0B-4139-9755-216A152C9694}"/>
              </a:ext>
            </a:extLst>
          </p:cNvPr>
          <p:cNvSpPr>
            <a:spLocks xmlns:a="http://schemas.openxmlformats.org/drawingml/2006/main" noGrp="1"/>
          </p:cNvSpPr>
          <p:nvPr/>
        </p:nvSpPr>
        <p:spPr>
          <a:xfrm xmlns:a="http://schemas.openxmlformats.org/drawingml/2006/main">
            <a:off x="1181100" y="2476500"/>
            <a:ext cx="95250" cy="95250"/>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79A070-5406-435B-B8E3-D54199DF9F6F}"/>
              </a:ext>
            </a:extLst>
          </p:cNvPr>
          <p:cNvSpPr>
            <a:spLocks xmlns:a="http://schemas.openxmlformats.org/drawingml/2006/main" noGrp="1"/>
          </p:cNvSpPr>
          <p:nvPr/>
        </p:nvSpPr>
        <p:spPr>
          <a:xfrm xmlns:a="http://schemas.openxmlformats.org/drawingml/2006/main">
            <a:off x="1352550" y="2476500"/>
            <a:ext cx="95250" cy="95250"/>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269268-8AE4-4404-8C34-AAB5D3061106}"/>
              </a:ext>
            </a:extLst>
          </p:cNvPr>
          <p:cNvSpPr>
            <a:spLocks xmlns:a="http://schemas.openxmlformats.org/drawingml/2006/main" noGrp="1"/>
          </p:cNvSpPr>
          <p:nvPr/>
        </p:nvSpPr>
        <p:spPr>
          <a:xfrm xmlns:a="http://schemas.openxmlformats.org/drawingml/2006/main">
            <a:off x="1524000" y="2476500"/>
            <a:ext cx="95250" cy="95250"/>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1566475-D89C-4765-B016-CC117E104FAA}"/>
              </a:ext>
            </a:extLst>
          </p:cNvPr>
          <p:cNvSpPr>
            <a:spLocks xmlns:a="http://schemas.openxmlformats.org/drawingml/2006/main" noGrp="1"/>
          </p:cNvSpPr>
          <p:nvPr/>
        </p:nvSpPr>
        <p:spPr>
          <a:xfrm xmlns:a="http://schemas.openxmlformats.org/drawingml/2006/main">
            <a:off x="1809750" y="24288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4748B"/>
                </a:solidFill>
                <a:latin typeface="Onest"/>
                <a:ea typeface="Onest"/>
                <a:cs typeface="Onest"/>
              </a:defRPr>
            </a:pPr>
            <a:r>
              <a:rPr sz="975" b="1" i="0">
                <a:solidFill>
                  <a:srgbClr val="64748B"/>
                </a:solidFill>
                <a:latin typeface="Onest"/>
                <a:ea typeface="Onest"/>
                <a:cs typeface="Onest"/>
              </a:rPr>
              <a:t>VS Code - proiect outreach</a:t>
            </a:r>
          </a:p>
        </p:txBody>
      </p:sp>
      <p:sp>
        <p:nvSpPr>
          <p:cNvPr id="12" name="">
            <a:extLst xmlns:a="http://schemas.openxmlformats.org/drawingml/2006/main">
              <a:ext uri="{FF2B5EF4-FFF2-40B4-BE49-F238E27FC236}">
                <a16:creationId xmlns:a16="http://schemas.microsoft.com/office/drawing/2014/main" id="{9AE89A79-3761-4DCA-9B87-67027181EC58}"/>
              </a:ext>
            </a:extLst>
          </p:cNvPr>
          <p:cNvSpPr>
            <a:spLocks xmlns:a="http://schemas.openxmlformats.org/drawingml/2006/main" noGrp="1"/>
          </p:cNvSpPr>
          <p:nvPr/>
        </p:nvSpPr>
        <p:spPr>
          <a:xfrm xmlns:a="http://schemas.openxmlformats.org/drawingml/2006/main">
            <a:off x="1162050" y="2914650"/>
            <a:ext cx="1524000" cy="2247900"/>
          </a:xfrm>
          <a:prstGeom xmlns:a="http://schemas.openxmlformats.org/drawingml/2006/main" prst="roundRect">
            <a:avLst>
              <a:gd name="adj" fmla="val 6250"/>
            </a:avLst>
          </a:prstGeom>
          <a:solidFill xmlns:a="http://schemas.openxmlformats.org/drawingml/2006/main">
            <a:srgbClr val="F8FAFC"/>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5D4986AC-E383-4FF8-B3BD-C1D22AB57D5F}"/>
              </a:ext>
            </a:extLst>
          </p:cNvPr>
          <p:cNvSpPr>
            <a:spLocks xmlns:a="http://schemas.openxmlformats.org/drawingml/2006/main" noGrp="1"/>
          </p:cNvSpPr>
          <p:nvPr/>
        </p:nvSpPr>
        <p:spPr>
          <a:xfrm xmlns:a="http://schemas.openxmlformats.org/drawingml/2006/main">
            <a:off x="1333500" y="3086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25" b="1" i="0">
                <a:solidFill>
                  <a:srgbClr val="94A3B8"/>
                </a:solidFill>
                <a:latin typeface="Onest"/>
                <a:ea typeface="Onest"/>
                <a:cs typeface="Onest"/>
              </a:defRPr>
            </a:pPr>
            <a:r>
              <a:rPr sz="825" b="1" i="0">
                <a:solidFill>
                  <a:srgbClr val="94A3B8"/>
                </a:solidFill>
                <a:latin typeface="Onest"/>
                <a:ea typeface="Onest"/>
                <a:cs typeface="Onest"/>
              </a:rPr>
              <a:t>FILES</a:t>
            </a:r>
          </a:p>
        </p:txBody>
      </p:sp>
      <p:sp>
        <p:nvSpPr>
          <p:cNvPr id="14" name="">
            <a:extLst xmlns:a="http://schemas.openxmlformats.org/drawingml/2006/main">
              <a:ext uri="{FF2B5EF4-FFF2-40B4-BE49-F238E27FC236}">
                <a16:creationId xmlns:a16="http://schemas.microsoft.com/office/drawing/2014/main" id="{0FEF175D-B89D-4148-BFC8-9711E031D74C}"/>
              </a:ext>
            </a:extLst>
          </p:cNvPr>
          <p:cNvSpPr>
            <a:spLocks xmlns:a="http://schemas.openxmlformats.org/drawingml/2006/main" noGrp="1"/>
          </p:cNvSpPr>
          <p:nvPr/>
        </p:nvSpPr>
        <p:spPr>
          <a:xfrm xmlns:a="http://schemas.openxmlformats.org/drawingml/2006/main">
            <a:off x="1333500" y="3371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i="0">
                <a:solidFill>
                  <a:srgbClr val="0F172A"/>
                </a:solidFill>
                <a:latin typeface="Onest"/>
                <a:ea typeface="Onest"/>
                <a:cs typeface="Onest"/>
              </a:defRPr>
            </a:pPr>
            <a:r>
              <a:rPr sz="975" b="0" i="0">
                <a:solidFill>
                  <a:srgbClr val="0F172A"/>
                </a:solidFill>
                <a:latin typeface="Onest"/>
                <a:ea typeface="Onest"/>
                <a:cs typeface="Onest"/>
              </a:rPr>
              <a:t>01-sursa.md</a:t>
            </a:r>
          </a:p>
        </p:txBody>
      </p:sp>
      <p:sp>
        <p:nvSpPr>
          <p:cNvPr id="15" name="">
            <a:extLst xmlns:a="http://schemas.openxmlformats.org/drawingml/2006/main">
              <a:ext uri="{FF2B5EF4-FFF2-40B4-BE49-F238E27FC236}">
                <a16:creationId xmlns:a16="http://schemas.microsoft.com/office/drawing/2014/main" id="{CC72F253-5460-4FD6-9FF5-358323C2862B}"/>
              </a:ext>
            </a:extLst>
          </p:cNvPr>
          <p:cNvSpPr>
            <a:spLocks xmlns:a="http://schemas.openxmlformats.org/drawingml/2006/main" noGrp="1"/>
          </p:cNvSpPr>
          <p:nvPr/>
        </p:nvSpPr>
        <p:spPr>
          <a:xfrm xmlns:a="http://schemas.openxmlformats.org/drawingml/2006/main">
            <a:off x="1333500" y="36957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i="0">
                <a:solidFill>
                  <a:srgbClr val="0F172A"/>
                </a:solidFill>
                <a:latin typeface="Onest"/>
                <a:ea typeface="Onest"/>
                <a:cs typeface="Onest"/>
              </a:defRPr>
            </a:pPr>
            <a:r>
              <a:rPr sz="975" b="0" i="0">
                <a:solidFill>
                  <a:srgbClr val="0F172A"/>
                </a:solidFill>
                <a:latin typeface="Onest"/>
                <a:ea typeface="Onest"/>
                <a:cs typeface="Onest"/>
              </a:rPr>
              <a:t>lead-sheet.csv</a:t>
            </a:r>
          </a:p>
        </p:txBody>
      </p:sp>
      <p:sp>
        <p:nvSpPr>
          <p:cNvPr id="16" name="">
            <a:extLst xmlns:a="http://schemas.openxmlformats.org/drawingml/2006/main">
              <a:ext uri="{FF2B5EF4-FFF2-40B4-BE49-F238E27FC236}">
                <a16:creationId xmlns:a16="http://schemas.microsoft.com/office/drawing/2014/main" id="{89684C6E-7105-4763-8564-F1E91DDE3301}"/>
              </a:ext>
            </a:extLst>
          </p:cNvPr>
          <p:cNvSpPr>
            <a:spLocks xmlns:a="http://schemas.openxmlformats.org/drawingml/2006/main" noGrp="1"/>
          </p:cNvSpPr>
          <p:nvPr/>
        </p:nvSpPr>
        <p:spPr>
          <a:xfrm xmlns:a="http://schemas.openxmlformats.org/drawingml/2006/main">
            <a:off x="1333500" y="40195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i="0">
                <a:solidFill>
                  <a:srgbClr val="0F172A"/>
                </a:solidFill>
                <a:latin typeface="Onest"/>
                <a:ea typeface="Onest"/>
                <a:cs typeface="Onest"/>
              </a:defRPr>
            </a:pPr>
            <a:r>
              <a:rPr sz="975" b="0" i="0">
                <a:solidFill>
                  <a:srgbClr val="0F172A"/>
                </a:solidFill>
                <a:latin typeface="Onest"/>
                <a:ea typeface="Onest"/>
                <a:cs typeface="Onest"/>
              </a:rPr>
              <a:t>email-drafts/</a:t>
            </a:r>
          </a:p>
        </p:txBody>
      </p:sp>
      <p:sp>
        <p:nvSpPr>
          <p:cNvPr id="17" name="">
            <a:extLst xmlns:a="http://schemas.openxmlformats.org/drawingml/2006/main">
              <a:ext uri="{FF2B5EF4-FFF2-40B4-BE49-F238E27FC236}">
                <a16:creationId xmlns:a16="http://schemas.microsoft.com/office/drawing/2014/main" id="{05767E47-BF25-478B-A55C-4086DCC5287E}"/>
              </a:ext>
            </a:extLst>
          </p:cNvPr>
          <p:cNvSpPr>
            <a:spLocks xmlns:a="http://schemas.openxmlformats.org/drawingml/2006/main" noGrp="1"/>
          </p:cNvSpPr>
          <p:nvPr/>
        </p:nvSpPr>
        <p:spPr>
          <a:xfrm xmlns:a="http://schemas.openxmlformats.org/drawingml/2006/main">
            <a:off x="1333500" y="43434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i="0">
                <a:solidFill>
                  <a:srgbClr val="B91C1C"/>
                </a:solidFill>
                <a:latin typeface="JetBrains Mono"/>
                <a:ea typeface="JetBrains Mono"/>
                <a:cs typeface="JetBrains Mono"/>
              </a:defRPr>
            </a:pPr>
            <a:r>
              <a:rPr sz="975" b="0" i="0">
                <a:solidFill>
                  <a:srgbClr val="B91C1C"/>
                </a:solidFill>
                <a:latin typeface="JetBrains Mono"/>
                <a:ea typeface="JetBrains Mono"/>
                <a:cs typeface="JetBrains Mono"/>
              </a:rPr>
              <a:t>.env</a:t>
            </a:r>
          </a:p>
        </p:txBody>
      </p:sp>
      <p:sp>
        <p:nvSpPr>
          <p:cNvPr id="18" name="">
            <a:extLst xmlns:a="http://schemas.openxmlformats.org/drawingml/2006/main">
              <a:ext uri="{FF2B5EF4-FFF2-40B4-BE49-F238E27FC236}">
                <a16:creationId xmlns:a16="http://schemas.microsoft.com/office/drawing/2014/main" id="{8DAFC3C4-AED8-4968-B395-87B936710B77}"/>
              </a:ext>
            </a:extLst>
          </p:cNvPr>
          <p:cNvSpPr>
            <a:spLocks xmlns:a="http://schemas.openxmlformats.org/drawingml/2006/main" noGrp="1"/>
          </p:cNvSpPr>
          <p:nvPr/>
        </p:nvSpPr>
        <p:spPr>
          <a:xfrm xmlns:a="http://schemas.openxmlformats.org/drawingml/2006/main">
            <a:off x="2895600" y="2914650"/>
            <a:ext cx="2590800" cy="2247900"/>
          </a:xfrm>
          <a:prstGeom xmlns:a="http://schemas.openxmlformats.org/drawingml/2006/main" prst="roundRect">
            <a:avLst>
              <a:gd name="adj" fmla="val 4237"/>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DD81A4FF-D331-4FC5-8421-D4552E468F9D}"/>
              </a:ext>
            </a:extLst>
          </p:cNvPr>
          <p:cNvSpPr>
            <a:spLocks xmlns:a="http://schemas.openxmlformats.org/drawingml/2006/main" noGrp="1"/>
          </p:cNvSpPr>
          <p:nvPr/>
        </p:nvSpPr>
        <p:spPr>
          <a:xfrm xmlns:a="http://schemas.openxmlformats.org/drawingml/2006/main">
            <a:off x="3086100" y="3086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25" b="1" i="0">
                <a:solidFill>
                  <a:srgbClr val="94A3B8"/>
                </a:solidFill>
                <a:latin typeface="Onest"/>
                <a:ea typeface="Onest"/>
                <a:cs typeface="Onest"/>
              </a:defRPr>
            </a:pPr>
            <a:r>
              <a:rPr sz="825" b="1" i="0">
                <a:solidFill>
                  <a:srgbClr val="94A3B8"/>
                </a:solidFill>
                <a:latin typeface="Onest"/>
                <a:ea typeface="Onest"/>
                <a:cs typeface="Onest"/>
              </a:rPr>
              <a:t>EDITOR</a:t>
            </a:r>
          </a:p>
        </p:txBody>
      </p:sp>
      <p:sp>
        <p:nvSpPr>
          <p:cNvPr id="20" name="">
            <a:extLst xmlns:a="http://schemas.openxmlformats.org/drawingml/2006/main">
              <a:ext uri="{FF2B5EF4-FFF2-40B4-BE49-F238E27FC236}">
                <a16:creationId xmlns:a16="http://schemas.microsoft.com/office/drawing/2014/main" id="{4DD47A5D-9415-4822-89EB-6200AD690F0F}"/>
              </a:ext>
            </a:extLst>
          </p:cNvPr>
          <p:cNvSpPr>
            <a:spLocks xmlns:a="http://schemas.openxmlformats.org/drawingml/2006/main" noGrp="1"/>
          </p:cNvSpPr>
          <p:nvPr/>
        </p:nvSpPr>
        <p:spPr>
          <a:xfrm xmlns:a="http://schemas.openxmlformats.org/drawingml/2006/main">
            <a:off x="3105150" y="34290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i="0">
                <a:solidFill>
                  <a:srgbClr val="2D52D4"/>
                </a:solidFill>
                <a:latin typeface="JetBrains Mono"/>
                <a:ea typeface="JetBrains Mono"/>
                <a:cs typeface="JetBrains Mono"/>
              </a:defRPr>
            </a:pPr>
            <a:r>
              <a:rPr sz="1050" b="0" i="0">
                <a:solidFill>
                  <a:srgbClr val="2D52D4"/>
                </a:solidFill>
                <a:latin typeface="JetBrains Mono"/>
                <a:ea typeface="JetBrains Mono"/>
                <a:cs typeface="JetBrains Mono"/>
              </a:rPr>
              <a:t># Agent Outreach</a:t>
            </a:r>
          </a:p>
        </p:txBody>
      </p:sp>
      <p:sp>
        <p:nvSpPr>
          <p:cNvPr id="21" name="">
            <a:extLst xmlns:a="http://schemas.openxmlformats.org/drawingml/2006/main">
              <a:ext uri="{FF2B5EF4-FFF2-40B4-BE49-F238E27FC236}">
                <a16:creationId xmlns:a16="http://schemas.microsoft.com/office/drawing/2014/main" id="{20CF67F1-6E5E-4B02-9DE4-BFAFEB4008C2}"/>
              </a:ext>
            </a:extLst>
          </p:cNvPr>
          <p:cNvSpPr>
            <a:spLocks xmlns:a="http://schemas.openxmlformats.org/drawingml/2006/main" noGrp="1"/>
          </p:cNvSpPr>
          <p:nvPr/>
        </p:nvSpPr>
        <p:spPr>
          <a:xfrm xmlns:a="http://schemas.openxmlformats.org/drawingml/2006/main">
            <a:off x="3105150" y="37528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i="0">
                <a:solidFill>
                  <a:srgbClr val="64748B"/>
                </a:solidFill>
                <a:latin typeface="JetBrains Mono"/>
                <a:ea typeface="JetBrains Mono"/>
                <a:cs typeface="JetBrains Mono"/>
              </a:defRPr>
            </a:pPr>
            <a:r>
              <a:rPr sz="1050" b="0" i="0">
                <a:solidFill>
                  <a:srgbClr val="64748B"/>
                </a:solidFill>
                <a:latin typeface="JetBrains Mono"/>
                <a:ea typeface="JetBrains Mono"/>
                <a:cs typeface="JetBrains Mono"/>
              </a:rPr>
              <a:t>- scopul campaniei</a:t>
            </a:r>
          </a:p>
        </p:txBody>
      </p:sp>
      <p:sp>
        <p:nvSpPr>
          <p:cNvPr id="22" name="">
            <a:extLst xmlns:a="http://schemas.openxmlformats.org/drawingml/2006/main">
              <a:ext uri="{FF2B5EF4-FFF2-40B4-BE49-F238E27FC236}">
                <a16:creationId xmlns:a16="http://schemas.microsoft.com/office/drawing/2014/main" id="{6E67265E-01A6-40FE-88B0-EBB652D9EF78}"/>
              </a:ext>
            </a:extLst>
          </p:cNvPr>
          <p:cNvSpPr>
            <a:spLocks xmlns:a="http://schemas.openxmlformats.org/drawingml/2006/main" noGrp="1"/>
          </p:cNvSpPr>
          <p:nvPr/>
        </p:nvSpPr>
        <p:spPr>
          <a:xfrm xmlns:a="http://schemas.openxmlformats.org/drawingml/2006/main">
            <a:off x="3105150" y="4076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i="0">
                <a:solidFill>
                  <a:srgbClr val="64748B"/>
                </a:solidFill>
                <a:latin typeface="JetBrains Mono"/>
                <a:ea typeface="JetBrains Mono"/>
                <a:cs typeface="JetBrains Mono"/>
              </a:defRPr>
            </a:pPr>
            <a:r>
              <a:rPr sz="1050" b="0" i="0">
                <a:solidFill>
                  <a:srgbClr val="64748B"/>
                </a:solidFill>
                <a:latin typeface="JetBrains Mono"/>
                <a:ea typeface="JetBrains Mono"/>
                <a:cs typeface="JetBrains Mono"/>
              </a:rPr>
              <a:t>- oferta Power BI</a:t>
            </a:r>
          </a:p>
        </p:txBody>
      </p:sp>
      <p:sp>
        <p:nvSpPr>
          <p:cNvPr id="23" name="">
            <a:extLst xmlns:a="http://schemas.openxmlformats.org/drawingml/2006/main">
              <a:ext uri="{FF2B5EF4-FFF2-40B4-BE49-F238E27FC236}">
                <a16:creationId xmlns:a16="http://schemas.microsoft.com/office/drawing/2014/main" id="{41667363-FE03-43FF-A9A1-7997C0AD59B3}"/>
              </a:ext>
            </a:extLst>
          </p:cNvPr>
          <p:cNvSpPr>
            <a:spLocks xmlns:a="http://schemas.openxmlformats.org/drawingml/2006/main" noGrp="1"/>
          </p:cNvSpPr>
          <p:nvPr/>
        </p:nvSpPr>
        <p:spPr>
          <a:xfrm xmlns:a="http://schemas.openxmlformats.org/drawingml/2006/main">
            <a:off x="3105150" y="4400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0" i="0">
                <a:solidFill>
                  <a:srgbClr val="64748B"/>
                </a:solidFill>
                <a:latin typeface="JetBrains Mono"/>
                <a:ea typeface="JetBrains Mono"/>
                <a:cs typeface="JetBrains Mono"/>
              </a:defRPr>
            </a:pPr>
            <a:r>
              <a:rPr sz="1050" b="0" i="0">
                <a:solidFill>
                  <a:srgbClr val="64748B"/>
                </a:solidFill>
                <a:latin typeface="JetBrains Mono"/>
                <a:ea typeface="JetBrains Mono"/>
                <a:cs typeface="JetBrains Mono"/>
              </a:rPr>
              <a:t>- reguli de personalizare</a:t>
            </a:r>
          </a:p>
        </p:txBody>
      </p:sp>
      <p:sp>
        <p:nvSpPr>
          <p:cNvPr id="24" name="">
            <a:extLst xmlns:a="http://schemas.openxmlformats.org/drawingml/2006/main">
              <a:ext uri="{FF2B5EF4-FFF2-40B4-BE49-F238E27FC236}">
                <a16:creationId xmlns:a16="http://schemas.microsoft.com/office/drawing/2014/main" id="{25550B1E-A2B9-429A-9621-210CA94F813D}"/>
              </a:ext>
            </a:extLst>
          </p:cNvPr>
          <p:cNvSpPr>
            <a:spLocks xmlns:a="http://schemas.openxmlformats.org/drawingml/2006/main" noGrp="1"/>
          </p:cNvSpPr>
          <p:nvPr/>
        </p:nvSpPr>
        <p:spPr>
          <a:xfrm xmlns:a="http://schemas.openxmlformats.org/drawingml/2006/main">
            <a:off x="5695950" y="2914650"/>
            <a:ext cx="1905000" cy="2247900"/>
          </a:xfrm>
          <a:prstGeom xmlns:a="http://schemas.openxmlformats.org/drawingml/2006/main" prst="roundRect">
            <a:avLst>
              <a:gd name="adj" fmla="val 5000"/>
            </a:avLst>
          </a:prstGeom>
          <a:solidFill xmlns:a="http://schemas.openxmlformats.org/drawingml/2006/main">
            <a:srgbClr val="0B1120"/>
          </a:solidFill>
          <a:ln xmlns:a="http://schemas.openxmlformats.org/drawingml/2006/main" w="9525">
            <a:solidFill>
              <a:srgbClr val="0B1120"/>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e816d36e25947b9"/>
          <a:stretch xmlns:a="http://schemas.openxmlformats.org/drawingml/2006/main"/>
        </p:blipFill>
        <p:spPr>
          <a:xfrm xmlns:a="http://schemas.openxmlformats.org/drawingml/2006/main">
            <a:off x="7162800" y="2990850"/>
            <a:ext cx="247650" cy="2476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B5DD74AC-EAD8-4AC9-A04D-BD5CE30D1864}"/>
              </a:ext>
            </a:extLst>
          </p:cNvPr>
          <p:cNvSpPr>
            <a:spLocks xmlns:a="http://schemas.openxmlformats.org/drawingml/2006/main" noGrp="1"/>
          </p:cNvSpPr>
          <p:nvPr/>
        </p:nvSpPr>
        <p:spPr>
          <a:xfrm xmlns:a="http://schemas.openxmlformats.org/drawingml/2006/main">
            <a:off x="5867400" y="3086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25" b="1" i="0">
                <a:solidFill>
                  <a:srgbClr val="5B7CF7"/>
                </a:solidFill>
                <a:latin typeface="Onest"/>
                <a:ea typeface="Onest"/>
                <a:cs typeface="Onest"/>
              </a:defRPr>
            </a:pPr>
            <a:r>
              <a:rPr sz="825" b="1" i="0">
                <a:solidFill>
                  <a:srgbClr val="5B7CF7"/>
                </a:solidFill>
                <a:latin typeface="Onest"/>
                <a:ea typeface="Onest"/>
                <a:cs typeface="Onest"/>
              </a:rPr>
              <a:t>AGENT</a:t>
            </a:r>
          </a:p>
        </p:txBody>
      </p:sp>
      <p:sp>
        <p:nvSpPr>
          <p:cNvPr id="27" name="">
            <a:extLst xmlns:a="http://schemas.openxmlformats.org/drawingml/2006/main">
              <a:ext uri="{FF2B5EF4-FFF2-40B4-BE49-F238E27FC236}">
                <a16:creationId xmlns:a16="http://schemas.microsoft.com/office/drawing/2014/main" id="{96F05178-8E36-4DF3-A664-91BD43B8C879}"/>
              </a:ext>
            </a:extLst>
          </p:cNvPr>
          <p:cNvSpPr>
            <a:spLocks xmlns:a="http://schemas.openxmlformats.org/drawingml/2006/main" noGrp="1"/>
          </p:cNvSpPr>
          <p:nvPr/>
        </p:nvSpPr>
        <p:spPr>
          <a:xfrm xmlns:a="http://schemas.openxmlformats.org/drawingml/2006/main">
            <a:off x="5867400" y="3409950"/>
            <a:ext cx="1562100" cy="495300"/>
          </a:xfrm>
          <a:prstGeom xmlns:a="http://schemas.openxmlformats.org/drawingml/2006/main" prst="roundRect">
            <a:avLst>
              <a:gd name="adj" fmla="val 15385"/>
            </a:avLst>
          </a:prstGeom>
          <a:solidFill xmlns:a="http://schemas.openxmlformats.org/drawingml/2006/main">
            <a:srgbClr val="FFFFFF">
              <a:alpha val="8000"/>
            </a:srgbClr>
          </a:solidFill>
          <a:ln xmlns:a="http://schemas.openxmlformats.org/drawingml/2006/main" w="9525">
            <a:solidFill>
              <a:srgbClr val="FFFFFF">
                <a:alpha val="8000"/>
              </a:srgbClr>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975" b="0">
                <a:solidFill>
                  <a:srgbClr val="CBD5E1"/>
                </a:solidFill>
                <a:latin typeface="Onest"/>
                <a:ea typeface="Onest"/>
                <a:cs typeface="Onest"/>
              </a:defRPr>
            </a:pPr>
            <a:r>
              <a:rPr sz="975" b="0">
                <a:solidFill>
                  <a:srgbClr val="CBD5E1"/>
                </a:solidFill>
                <a:latin typeface="Onest"/>
                <a:ea typeface="Onest"/>
                <a:cs typeface="Onest"/>
              </a:rPr>
              <a:t>Codex verifica</a:t>
            </a:r>
          </a:p>
          <a:p xmlns:a="http://schemas.openxmlformats.org/drawingml/2006/main">
            <a:pPr algn="ctr">
              <a:lnSpc>
                <a:spcPct val="105000"/>
              </a:lnSpc>
              <a:buNone/>
              <a:defRPr sz="975" b="0">
                <a:solidFill>
                  <a:srgbClr val="CBD5E1"/>
                </a:solidFill>
                <a:latin typeface="Onest"/>
                <a:ea typeface="Onest"/>
                <a:cs typeface="Onest"/>
              </a:defRPr>
            </a:pPr>
            <a:r>
              <a:rPr sz="975" b="0">
                <a:solidFill>
                  <a:srgbClr val="CBD5E1"/>
                </a:solidFill>
                <a:latin typeface="Onest"/>
                <a:ea typeface="Onest"/>
                <a:cs typeface="Onest"/>
              </a:rPr>
              <a:t>Claude produce</a:t>
            </a:r>
          </a:p>
        </p:txBody>
      </p:sp>
      <p:sp>
        <p:nvSpPr>
          <p:cNvPr id="28" name="">
            <a:extLst xmlns:a="http://schemas.openxmlformats.org/drawingml/2006/main">
              <a:ext uri="{FF2B5EF4-FFF2-40B4-BE49-F238E27FC236}">
                <a16:creationId xmlns:a16="http://schemas.microsoft.com/office/drawing/2014/main" id="{C4D60B36-55C8-47AC-9F8A-52DBFBC99CB4}"/>
              </a:ext>
            </a:extLst>
          </p:cNvPr>
          <p:cNvSpPr>
            <a:spLocks xmlns:a="http://schemas.openxmlformats.org/drawingml/2006/main" noGrp="1"/>
          </p:cNvSpPr>
          <p:nvPr/>
        </p:nvSpPr>
        <p:spPr>
          <a:xfrm xmlns:a="http://schemas.openxmlformats.org/drawingml/2006/main">
            <a:off x="8172450" y="3143250"/>
            <a:ext cx="2724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2D52D4"/>
                </a:solidFill>
                <a:latin typeface="Onest"/>
                <a:ea typeface="Onest"/>
                <a:cs typeface="Onest"/>
              </a:defRPr>
            </a:pPr>
            <a:r>
              <a:rPr sz="1800" b="1" i="0">
                <a:solidFill>
                  <a:srgbClr val="2D52D4"/>
                </a:solidFill>
                <a:latin typeface="Onest"/>
                <a:ea typeface="Onest"/>
                <a:cs typeface="Onest"/>
              </a:rPr>
              <a:t>Vezi fisierul, editorul si agentul in acelasi cadru.</a:t>
            </a:r>
          </a:p>
        </p:txBody>
      </p:sp>
      <p:sp>
        <p:nvSpPr>
          <p:cNvPr id="29" name="">
            <a:extLst xmlns:a="http://schemas.openxmlformats.org/drawingml/2006/main">
              <a:ext uri="{FF2B5EF4-FFF2-40B4-BE49-F238E27FC236}">
                <a16:creationId xmlns:a16="http://schemas.microsoft.com/office/drawing/2014/main" id="{38085C0E-A2AC-4804-96F2-DFC520C141EB}"/>
              </a:ext>
            </a:extLst>
          </p:cNvPr>
          <p:cNvSpPr>
            <a:spLocks xmlns:a="http://schemas.openxmlformats.org/drawingml/2006/main" noGrp="1"/>
          </p:cNvSpPr>
          <p:nvPr/>
        </p:nvSpPr>
        <p:spPr>
          <a:xfrm xmlns:a="http://schemas.openxmlformats.org/drawingml/2006/main">
            <a:off x="8172450" y="42672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2D52D4"/>
                </a:solidFill>
                <a:latin typeface="Onest"/>
                <a:ea typeface="Onest"/>
                <a:cs typeface="Onest"/>
              </a:defRPr>
            </a:pPr>
            <a:r>
              <a:rPr sz="1650" b="1" i="0">
                <a:solidFill>
                  <a:srgbClr val="2D52D4"/>
                </a:solidFill>
                <a:latin typeface="Onest"/>
                <a:ea typeface="Onest"/>
                <a:cs typeface="Onest"/>
              </a:rPr>
              <a:t>-</a:t>
            </a:r>
          </a:p>
        </p:txBody>
      </p:sp>
      <p:sp>
        <p:nvSpPr>
          <p:cNvPr id="30" name="">
            <a:extLst xmlns:a="http://schemas.openxmlformats.org/drawingml/2006/main">
              <a:ext uri="{FF2B5EF4-FFF2-40B4-BE49-F238E27FC236}">
                <a16:creationId xmlns:a16="http://schemas.microsoft.com/office/drawing/2014/main" id="{C8F3A77D-36AF-4275-AEB4-210A56D477A3}"/>
              </a:ext>
            </a:extLst>
          </p:cNvPr>
          <p:cNvSpPr>
            <a:spLocks xmlns:a="http://schemas.openxmlformats.org/drawingml/2006/main" noGrp="1"/>
          </p:cNvSpPr>
          <p:nvPr/>
        </p:nvSpPr>
        <p:spPr>
          <a:xfrm xmlns:a="http://schemas.openxmlformats.org/drawingml/2006/main">
            <a:off x="8496300" y="42481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0F172A"/>
                </a:solidFill>
                <a:latin typeface="Onest"/>
                <a:ea typeface="Onest"/>
                <a:cs typeface="Onest"/>
              </a:defRPr>
            </a:pPr>
            <a:r>
              <a:rPr sz="1500" b="0" i="0">
                <a:solidFill>
                  <a:srgbClr val="0F172A"/>
                </a:solidFill>
                <a:latin typeface="Onest"/>
                <a:ea typeface="Onest"/>
                <a:cs typeface="Onest"/>
              </a:rPr>
              <a:t>file tree vizibil</a:t>
            </a:r>
          </a:p>
        </p:txBody>
      </p:sp>
      <p:sp>
        <p:nvSpPr>
          <p:cNvPr id="31" name="">
            <a:extLst xmlns:a="http://schemas.openxmlformats.org/drawingml/2006/main">
              <a:ext uri="{FF2B5EF4-FFF2-40B4-BE49-F238E27FC236}">
                <a16:creationId xmlns:a16="http://schemas.microsoft.com/office/drawing/2014/main" id="{7AD44D84-0F73-4B4F-B372-38A38165149F}"/>
              </a:ext>
            </a:extLst>
          </p:cNvPr>
          <p:cNvSpPr>
            <a:spLocks xmlns:a="http://schemas.openxmlformats.org/drawingml/2006/main" noGrp="1"/>
          </p:cNvSpPr>
          <p:nvPr/>
        </p:nvSpPr>
        <p:spPr>
          <a:xfrm xmlns:a="http://schemas.openxmlformats.org/drawingml/2006/main">
            <a:off x="8172450" y="46291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2D52D4"/>
                </a:solidFill>
                <a:latin typeface="Onest"/>
                <a:ea typeface="Onest"/>
                <a:cs typeface="Onest"/>
              </a:defRPr>
            </a:pPr>
            <a:r>
              <a:rPr sz="1650" b="1" i="0">
                <a:solidFill>
                  <a:srgbClr val="2D52D4"/>
                </a:solidFill>
                <a:latin typeface="Onest"/>
                <a:ea typeface="Onest"/>
                <a:cs typeface="Onest"/>
              </a:rPr>
              <a:t>-</a:t>
            </a:r>
          </a:p>
        </p:txBody>
      </p:sp>
      <p:sp>
        <p:nvSpPr>
          <p:cNvPr id="32" name="">
            <a:extLst xmlns:a="http://schemas.openxmlformats.org/drawingml/2006/main">
              <a:ext uri="{FF2B5EF4-FFF2-40B4-BE49-F238E27FC236}">
                <a16:creationId xmlns:a16="http://schemas.microsoft.com/office/drawing/2014/main" id="{B75EA65B-C8E1-45E6-B6E7-9A23C42A5B46}"/>
              </a:ext>
            </a:extLst>
          </p:cNvPr>
          <p:cNvSpPr>
            <a:spLocks xmlns:a="http://schemas.openxmlformats.org/drawingml/2006/main" noGrp="1"/>
          </p:cNvSpPr>
          <p:nvPr/>
        </p:nvSpPr>
        <p:spPr>
          <a:xfrm xmlns:a="http://schemas.openxmlformats.org/drawingml/2006/main">
            <a:off x="8496300" y="46101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0F172A"/>
                </a:solidFill>
                <a:latin typeface="Onest"/>
                <a:ea typeface="Onest"/>
                <a:cs typeface="Onest"/>
              </a:defRPr>
            </a:pPr>
            <a:r>
              <a:rPr sz="1500" b="0" i="0">
                <a:solidFill>
                  <a:srgbClr val="0F172A"/>
                </a:solidFill>
                <a:latin typeface="Onest"/>
                <a:ea typeface="Onest"/>
                <a:cs typeface="Onest"/>
              </a:rPr>
              <a:t>audit in tandem</a:t>
            </a:r>
          </a:p>
        </p:txBody>
      </p:sp>
      <p:sp>
        <p:nvSpPr>
          <p:cNvPr id="33" name="">
            <a:extLst xmlns:a="http://schemas.openxmlformats.org/drawingml/2006/main">
              <a:ext uri="{FF2B5EF4-FFF2-40B4-BE49-F238E27FC236}">
                <a16:creationId xmlns:a16="http://schemas.microsoft.com/office/drawing/2014/main" id="{50E716DB-A393-4FDA-A9FF-BE5B44B998E5}"/>
              </a:ext>
            </a:extLst>
          </p:cNvPr>
          <p:cNvSpPr>
            <a:spLocks xmlns:a="http://schemas.openxmlformats.org/drawingml/2006/main" noGrp="1"/>
          </p:cNvSpPr>
          <p:nvPr/>
        </p:nvSpPr>
        <p:spPr>
          <a:xfrm xmlns:a="http://schemas.openxmlformats.org/drawingml/2006/main">
            <a:off x="8172450" y="49911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2D52D4"/>
                </a:solidFill>
                <a:latin typeface="Onest"/>
                <a:ea typeface="Onest"/>
                <a:cs typeface="Onest"/>
              </a:defRPr>
            </a:pPr>
            <a:r>
              <a:rPr sz="1650" b="1" i="0">
                <a:solidFill>
                  <a:srgbClr val="2D52D4"/>
                </a:solidFill>
                <a:latin typeface="Onest"/>
                <a:ea typeface="Onest"/>
                <a:cs typeface="Onest"/>
              </a:rPr>
              <a:t>-</a:t>
            </a:r>
          </a:p>
        </p:txBody>
      </p:sp>
      <p:sp>
        <p:nvSpPr>
          <p:cNvPr id="34" name="">
            <a:extLst xmlns:a="http://schemas.openxmlformats.org/drawingml/2006/main">
              <a:ext uri="{FF2B5EF4-FFF2-40B4-BE49-F238E27FC236}">
                <a16:creationId xmlns:a16="http://schemas.microsoft.com/office/drawing/2014/main" id="{70C0B936-015A-457D-9E91-F25BB441B4F8}"/>
              </a:ext>
            </a:extLst>
          </p:cNvPr>
          <p:cNvSpPr>
            <a:spLocks xmlns:a="http://schemas.openxmlformats.org/drawingml/2006/main" noGrp="1"/>
          </p:cNvSpPr>
          <p:nvPr/>
        </p:nvSpPr>
        <p:spPr>
          <a:xfrm xmlns:a="http://schemas.openxmlformats.org/drawingml/2006/main">
            <a:off x="8496300" y="49720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0F172A"/>
                </a:solidFill>
                <a:latin typeface="Onest"/>
                <a:ea typeface="Onest"/>
                <a:cs typeface="Onest"/>
              </a:defRPr>
            </a:pPr>
            <a:r>
              <a:rPr sz="1500" b="0" i="0">
                <a:solidFill>
                  <a:srgbClr val="0F172A"/>
                </a:solidFill>
                <a:latin typeface="Onest"/>
                <a:ea typeface="Onest"/>
                <a:cs typeface="Onest"/>
              </a:rPr>
              <a:t>contextul ramane in folder</a:t>
            </a:r>
          </a:p>
        </p:txBody>
      </p:sp>
    </p:spTree>
    <p:extLst>
      <p:ext uri="{BB962C8B-B14F-4D97-AF65-F5344CB8AC3E}">
        <p14:creationId xmlns:p14="http://schemas.microsoft.com/office/powerpoint/2010/main" val="19878994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A72113-8347-48EC-9623-B1C0DD288A6B}"/>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14 / 30</a:t>
            </a:r>
          </a:p>
        </p:txBody>
      </p:sp>
      <p:sp>
        <p:nvSpPr>
          <p:cNvPr id="2" name="">
            <a:extLst xmlns:a="http://schemas.openxmlformats.org/drawingml/2006/main">
              <a:ext uri="{FF2B5EF4-FFF2-40B4-BE49-F238E27FC236}">
                <a16:creationId xmlns:a16="http://schemas.microsoft.com/office/drawing/2014/main" id="{7BA78396-86D9-48BA-995A-7BEE49AE1E70}"/>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D58339-1973-4841-BB95-313986D18693}"/>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CONTEXT</a:t>
            </a:r>
          </a:p>
        </p:txBody>
      </p:sp>
      <p:sp>
        <p:nvSpPr>
          <p:cNvPr id="4" name="">
            <a:extLst xmlns:a="http://schemas.openxmlformats.org/drawingml/2006/main">
              <a:ext uri="{FF2B5EF4-FFF2-40B4-BE49-F238E27FC236}">
                <a16:creationId xmlns:a16="http://schemas.microsoft.com/office/drawing/2014/main" id="{7AA824A0-292B-4C90-B700-707DA804B17E}"/>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Contextul bate promptul bun</a:t>
            </a:r>
          </a:p>
        </p:txBody>
      </p:sp>
      <p:sp>
        <p:nvSpPr>
          <p:cNvPr id="5" name="">
            <a:extLst xmlns:a="http://schemas.openxmlformats.org/drawingml/2006/main">
              <a:ext uri="{FF2B5EF4-FFF2-40B4-BE49-F238E27FC236}">
                <a16:creationId xmlns:a16="http://schemas.microsoft.com/office/drawing/2014/main" id="{3DED42D9-5053-4BAB-ADDB-8695DCC57314}"/>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Promptul e intrebarea. Contextul e lumea in care AI-ul intelege ce vinzi.</a:t>
            </a:r>
          </a:p>
        </p:txBody>
      </p:sp>
      <p:sp>
        <p:nvSpPr>
          <p:cNvPr id="6" name="">
            <a:extLst xmlns:a="http://schemas.openxmlformats.org/drawingml/2006/main">
              <a:ext uri="{FF2B5EF4-FFF2-40B4-BE49-F238E27FC236}">
                <a16:creationId xmlns:a16="http://schemas.microsoft.com/office/drawing/2014/main" id="{99B03494-CF9A-427B-A8AD-4C93081720BB}"/>
              </a:ext>
            </a:extLst>
          </p:cNvPr>
          <p:cNvSpPr>
            <a:spLocks xmlns:a="http://schemas.openxmlformats.org/drawingml/2006/main" noGrp="1"/>
          </p:cNvSpPr>
          <p:nvPr/>
        </p:nvSpPr>
        <p:spPr>
          <a:xfrm xmlns:a="http://schemas.openxmlformats.org/drawingml/2006/main">
            <a:off x="1466850" y="2800350"/>
            <a:ext cx="3409950" cy="1752600"/>
          </a:xfrm>
          <a:prstGeom xmlns:a="http://schemas.openxmlformats.org/drawingml/2006/main" prst="roundRect">
            <a:avLst>
              <a:gd name="adj" fmla="val 8696"/>
            </a:avLst>
          </a:prstGeom>
          <a:solidFill xmlns:a="http://schemas.openxmlformats.org/drawingml/2006/main">
            <a:srgbClr val="F8FAFC"/>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2025" b="1">
                <a:solidFill>
                  <a:srgbClr val="64748B"/>
                </a:solidFill>
                <a:latin typeface="Onest"/>
                <a:ea typeface="Onest"/>
                <a:cs typeface="Onest"/>
              </a:defRPr>
            </a:pPr>
            <a:r>
              <a:rPr sz="2025" b="1">
                <a:solidFill>
                  <a:srgbClr val="64748B"/>
                </a:solidFill>
                <a:latin typeface="Onest"/>
                <a:ea typeface="Onest"/>
                <a:cs typeface="Onest"/>
              </a:rPr>
              <a:t>Prompt perfect</a:t>
            </a:r>
          </a:p>
          <a:p xmlns:a="http://schemas.openxmlformats.org/drawingml/2006/main">
            <a:r>
              <a:t/>
            </a:r>
          </a:p>
          <a:p xmlns:a="http://schemas.openxmlformats.org/drawingml/2006/main">
            <a:pPr algn="ctr">
              <a:lnSpc>
                <a:spcPct val="105000"/>
              </a:lnSpc>
              <a:buNone/>
              <a:defRPr sz="2025" b="1">
                <a:solidFill>
                  <a:srgbClr val="64748B"/>
                </a:solidFill>
                <a:latin typeface="Onest"/>
                <a:ea typeface="Onest"/>
                <a:cs typeface="Onest"/>
              </a:defRPr>
            </a:pPr>
            <a:r>
              <a:rPr sz="2025" b="1">
                <a:solidFill>
                  <a:srgbClr val="64748B"/>
                </a:solidFill>
                <a:latin typeface="Onest"/>
                <a:ea typeface="Onest"/>
                <a:cs typeface="Onest"/>
              </a:rPr>
              <a:t>"Scrie un email bun"</a:t>
            </a:r>
          </a:p>
        </p:txBody>
      </p:sp>
      <p:sp>
        <p:nvSpPr>
          <p:cNvPr id="7" name="">
            <a:extLst xmlns:a="http://schemas.openxmlformats.org/drawingml/2006/main">
              <a:ext uri="{FF2B5EF4-FFF2-40B4-BE49-F238E27FC236}">
                <a16:creationId xmlns:a16="http://schemas.microsoft.com/office/drawing/2014/main" id="{C592FA5A-E6FE-4372-9B65-F23E919E0728}"/>
              </a:ext>
            </a:extLst>
          </p:cNvPr>
          <p:cNvSpPr>
            <a:spLocks xmlns:a="http://schemas.openxmlformats.org/drawingml/2006/main" noGrp="1"/>
          </p:cNvSpPr>
          <p:nvPr/>
        </p:nvSpPr>
        <p:spPr>
          <a:xfrm xmlns:a="http://schemas.openxmlformats.org/drawingml/2006/main">
            <a:off x="7315200" y="2495550"/>
            <a:ext cx="3429000" cy="2362200"/>
          </a:xfrm>
          <a:prstGeom xmlns:a="http://schemas.openxmlformats.org/drawingml/2006/main" prst="roundRect">
            <a:avLst>
              <a:gd name="adj" fmla="val 7258"/>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650" b="1">
                <a:solidFill>
                  <a:srgbClr val="2D52D4"/>
                </a:solidFill>
                <a:latin typeface="Onest"/>
                <a:ea typeface="Onest"/>
                <a:cs typeface="Onest"/>
              </a:defRPr>
            </a:pPr>
            <a:r>
              <a:rPr sz="1650" b="1">
                <a:solidFill>
                  <a:srgbClr val="2D52D4"/>
                </a:solidFill>
                <a:latin typeface="Onest"/>
                <a:ea typeface="Onest"/>
                <a:cs typeface="Onest"/>
              </a:rPr>
              <a:t>Context complet</a:t>
            </a:r>
          </a:p>
          <a:p xmlns:a="http://schemas.openxmlformats.org/drawingml/2006/main">
            <a:r>
              <a:t/>
            </a:r>
          </a:p>
          <a:p xmlns:a="http://schemas.openxmlformats.org/drawingml/2006/main">
            <a:pPr algn="ctr">
              <a:lnSpc>
                <a:spcPct val="105000"/>
              </a:lnSpc>
              <a:buNone/>
              <a:defRPr sz="1650" b="1">
                <a:solidFill>
                  <a:srgbClr val="2D52D4"/>
                </a:solidFill>
                <a:latin typeface="Onest"/>
                <a:ea typeface="Onest"/>
                <a:cs typeface="Onest"/>
              </a:defRPr>
            </a:pPr>
            <a:r>
              <a:rPr sz="1650" b="1">
                <a:solidFill>
                  <a:srgbClr val="2D52D4"/>
                </a:solidFill>
                <a:latin typeface="Onest"/>
                <a:ea typeface="Onest"/>
                <a:cs typeface="Onest"/>
              </a:rPr>
              <a:t>oferta</a:t>
            </a:r>
          </a:p>
          <a:p xmlns:a="http://schemas.openxmlformats.org/drawingml/2006/main">
            <a:pPr algn="ctr">
              <a:lnSpc>
                <a:spcPct val="105000"/>
              </a:lnSpc>
              <a:buNone/>
              <a:defRPr sz="1650" b="1">
                <a:solidFill>
                  <a:srgbClr val="2D52D4"/>
                </a:solidFill>
                <a:latin typeface="Onest"/>
                <a:ea typeface="Onest"/>
                <a:cs typeface="Onest"/>
              </a:defRPr>
            </a:pPr>
            <a:r>
              <a:rPr sz="1650" b="1">
                <a:solidFill>
                  <a:srgbClr val="2D52D4"/>
                </a:solidFill>
                <a:latin typeface="Onest"/>
                <a:ea typeface="Onest"/>
                <a:cs typeface="Onest"/>
              </a:rPr>
              <a:t>public</a:t>
            </a:r>
          </a:p>
          <a:p xmlns:a="http://schemas.openxmlformats.org/drawingml/2006/main">
            <a:pPr algn="ctr">
              <a:lnSpc>
                <a:spcPct val="105000"/>
              </a:lnSpc>
              <a:buNone/>
              <a:defRPr sz="1650" b="1">
                <a:solidFill>
                  <a:srgbClr val="2D52D4"/>
                </a:solidFill>
                <a:latin typeface="Onest"/>
                <a:ea typeface="Onest"/>
                <a:cs typeface="Onest"/>
              </a:defRPr>
            </a:pPr>
            <a:r>
              <a:rPr sz="1650" b="1">
                <a:solidFill>
                  <a:srgbClr val="2D52D4"/>
                </a:solidFill>
                <a:latin typeface="Onest"/>
                <a:ea typeface="Onest"/>
                <a:cs typeface="Onest"/>
              </a:rPr>
              <a:t>surse</a:t>
            </a:r>
          </a:p>
          <a:p xmlns:a="http://schemas.openxmlformats.org/drawingml/2006/main">
            <a:pPr algn="ctr">
              <a:lnSpc>
                <a:spcPct val="105000"/>
              </a:lnSpc>
              <a:buNone/>
              <a:defRPr sz="1650" b="1">
                <a:solidFill>
                  <a:srgbClr val="2D52D4"/>
                </a:solidFill>
                <a:latin typeface="Onest"/>
                <a:ea typeface="Onest"/>
                <a:cs typeface="Onest"/>
              </a:defRPr>
            </a:pPr>
            <a:r>
              <a:rPr sz="1650" b="1">
                <a:solidFill>
                  <a:srgbClr val="2D52D4"/>
                </a:solidFill>
                <a:latin typeface="Onest"/>
                <a:ea typeface="Onest"/>
                <a:cs typeface="Onest"/>
              </a:rPr>
              <a:t>exemple de ton</a:t>
            </a:r>
          </a:p>
          <a:p xmlns:a="http://schemas.openxmlformats.org/drawingml/2006/main">
            <a:pPr algn="ctr">
              <a:lnSpc>
                <a:spcPct val="105000"/>
              </a:lnSpc>
              <a:buNone/>
              <a:defRPr sz="1650" b="1">
                <a:solidFill>
                  <a:srgbClr val="2D52D4"/>
                </a:solidFill>
                <a:latin typeface="Onest"/>
                <a:ea typeface="Onest"/>
                <a:cs typeface="Onest"/>
              </a:defRPr>
            </a:pPr>
            <a:r>
              <a:rPr sz="1650" b="1">
                <a:solidFill>
                  <a:srgbClr val="2D52D4"/>
                </a:solidFill>
                <a:latin typeface="Onest"/>
                <a:ea typeface="Onest"/>
                <a:cs typeface="Onest"/>
              </a:rPr>
              <a:t>reguli</a:t>
            </a:r>
          </a:p>
        </p:txBody>
      </p:sp>
      <p:sp>
        <p:nvSpPr>
          <p:cNvPr id="8" name="">
            <a:extLst xmlns:a="http://schemas.openxmlformats.org/drawingml/2006/main">
              <a:ext uri="{FF2B5EF4-FFF2-40B4-BE49-F238E27FC236}">
                <a16:creationId xmlns:a16="http://schemas.microsoft.com/office/drawing/2014/main" id="{0E3568AF-EFC4-4C97-BC86-D7113FCFC542}"/>
              </a:ext>
            </a:extLst>
          </p:cNvPr>
          <p:cNvSpPr>
            <a:spLocks xmlns:a="http://schemas.openxmlformats.org/drawingml/2006/main" noGrp="1"/>
          </p:cNvSpPr>
          <p:nvPr/>
        </p:nvSpPr>
        <p:spPr>
          <a:xfrm xmlns:a="http://schemas.openxmlformats.org/drawingml/2006/main" rot="-480000">
            <a:off x="3524250" y="5010150"/>
            <a:ext cx="5143500" cy="0"/>
          </a:xfrm>
          <a:prstGeom xmlns:a="http://schemas.openxmlformats.org/drawingml/2006/main" prst="line">
            <a:avLst/>
          </a:prstGeom>
          <a:noFill xmlns:a="http://schemas.openxmlformats.org/drawingml/2006/main"/>
          <a:ln xmlns:a="http://schemas.openxmlformats.org/drawingml/2006/main" w="47625">
            <a:solidFill>
              <a:srgbClr val="2D52D4"/>
            </a:solidFill>
            <a:prstDash val="solid"/>
          </a:ln>
        </p:spPr>
      </p:sp>
      <p:sp>
        <p:nvSpPr>
          <p:cNvPr id="9" name="">
            <a:extLst xmlns:a="http://schemas.openxmlformats.org/drawingml/2006/main">
              <a:ext uri="{FF2B5EF4-FFF2-40B4-BE49-F238E27FC236}">
                <a16:creationId xmlns:a16="http://schemas.microsoft.com/office/drawing/2014/main" id="{EAF9ED80-5B5B-430B-B022-9EDCA1455032}"/>
              </a:ext>
            </a:extLst>
          </p:cNvPr>
          <p:cNvSpPr>
            <a:spLocks xmlns:a="http://schemas.openxmlformats.org/drawingml/2006/main" noGrp="1"/>
          </p:cNvSpPr>
          <p:nvPr/>
        </p:nvSpPr>
        <p:spPr>
          <a:xfrm xmlns:a="http://schemas.openxmlformats.org/drawingml/2006/main">
            <a:off x="3143250" y="546735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00" b="1" i="0">
                <a:solidFill>
                  <a:srgbClr val="0F172A"/>
                </a:solidFill>
                <a:latin typeface="Onest"/>
                <a:ea typeface="Onest"/>
                <a:cs typeface="Onest"/>
              </a:defRPr>
            </a:pPr>
            <a:r>
              <a:rPr sz="1800" b="1" i="0">
                <a:solidFill>
                  <a:srgbClr val="0F172A"/>
                </a:solidFill>
                <a:latin typeface="Onest"/>
                <a:ea typeface="Onest"/>
                <a:cs typeface="Onest"/>
              </a:rPr>
              <a:t>Castiga pentru ca reduce inventiile si creste relevanta.</a:t>
            </a:r>
          </a:p>
        </p:txBody>
      </p:sp>
    </p:spTree>
    <p:extLst>
      <p:ext uri="{BB962C8B-B14F-4D97-AF65-F5344CB8AC3E}">
        <p14:creationId xmlns:p14="http://schemas.microsoft.com/office/powerpoint/2010/main" val="845039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830752D-3CC1-4222-A2D0-3A85FD33BE9A}"/>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15 / 30</a:t>
            </a:r>
          </a:p>
        </p:txBody>
      </p:sp>
      <p:sp>
        <p:nvSpPr>
          <p:cNvPr id="2" name="">
            <a:extLst xmlns:a="http://schemas.openxmlformats.org/drawingml/2006/main">
              <a:ext uri="{FF2B5EF4-FFF2-40B4-BE49-F238E27FC236}">
                <a16:creationId xmlns:a16="http://schemas.microsoft.com/office/drawing/2014/main" id="{3A4F2521-89C2-4990-AC45-7FF5DD0C1022}"/>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938E59-0340-49AB-8933-E271DE2C79FF}"/>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CAZ SIMPLU</a:t>
            </a:r>
          </a:p>
        </p:txBody>
      </p:sp>
      <p:sp>
        <p:nvSpPr>
          <p:cNvPr id="4" name="">
            <a:extLst xmlns:a="http://schemas.openxmlformats.org/drawingml/2006/main">
              <a:ext uri="{FF2B5EF4-FFF2-40B4-BE49-F238E27FC236}">
                <a16:creationId xmlns:a16="http://schemas.microsoft.com/office/drawing/2014/main" id="{1FCCEC65-B57F-4F38-90A3-2685CB93BF1C}"/>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Campaniile one-time cer alt design</a:t>
            </a:r>
          </a:p>
        </p:txBody>
      </p:sp>
      <p:sp>
        <p:nvSpPr>
          <p:cNvPr id="5" name="">
            <a:extLst xmlns:a="http://schemas.openxmlformats.org/drawingml/2006/main">
              <a:ext uri="{FF2B5EF4-FFF2-40B4-BE49-F238E27FC236}">
                <a16:creationId xmlns:a16="http://schemas.microsoft.com/office/drawing/2014/main" id="{26416BD9-4A38-481D-8D3E-BCEDE1C94C12}"/>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Cand BCC esueaza si esantionul e mic, are sens un agent custom controlat.</a:t>
            </a:r>
          </a:p>
        </p:txBody>
      </p:sp>
      <p:sp>
        <p:nvSpPr>
          <p:cNvPr id="6" name="">
            <a:extLst xmlns:a="http://schemas.openxmlformats.org/drawingml/2006/main">
              <a:ext uri="{FF2B5EF4-FFF2-40B4-BE49-F238E27FC236}">
                <a16:creationId xmlns:a16="http://schemas.microsoft.com/office/drawing/2014/main" id="{418A817C-A972-4061-A78C-1ECD54CF6EB4}"/>
              </a:ext>
            </a:extLst>
          </p:cNvPr>
          <p:cNvSpPr>
            <a:spLocks xmlns:a="http://schemas.openxmlformats.org/drawingml/2006/main" noGrp="1"/>
          </p:cNvSpPr>
          <p:nvPr/>
        </p:nvSpPr>
        <p:spPr>
          <a:xfrm xmlns:a="http://schemas.openxmlformats.org/drawingml/2006/main">
            <a:off x="1143000" y="3028950"/>
            <a:ext cx="1943100" cy="1066800"/>
          </a:xfrm>
          <a:prstGeom xmlns:a="http://schemas.openxmlformats.org/drawingml/2006/main" prst="roundRect">
            <a:avLst>
              <a:gd name="adj" fmla="val 14286"/>
            </a:avLst>
          </a:prstGeom>
          <a:solidFill xmlns:a="http://schemas.openxmlformats.org/drawingml/2006/main">
            <a:srgbClr val="E0F2FE"/>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725" b="1">
                <a:solidFill>
                  <a:srgbClr val="0F172A"/>
                </a:solidFill>
                <a:latin typeface="Onest"/>
                <a:ea typeface="Onest"/>
                <a:cs typeface="Onest"/>
              </a:defRPr>
            </a:pPr>
            <a:r>
              <a:rPr sz="1725" b="1">
                <a:solidFill>
                  <a:srgbClr val="0F172A"/>
                </a:solidFill>
                <a:latin typeface="Onest"/>
                <a:ea typeface="Onest"/>
                <a:cs typeface="Onest"/>
              </a:rPr>
              <a:t>Lista mica</a:t>
            </a:r>
          </a:p>
        </p:txBody>
      </p:sp>
      <p:sp>
        <p:nvSpPr>
          <p:cNvPr id="7" name="">
            <a:extLst xmlns:a="http://schemas.openxmlformats.org/drawingml/2006/main">
              <a:ext uri="{FF2B5EF4-FFF2-40B4-BE49-F238E27FC236}">
                <a16:creationId xmlns:a16="http://schemas.microsoft.com/office/drawing/2014/main" id="{28CDB271-9BF8-410F-9583-9302E24022FE}"/>
              </a:ext>
            </a:extLst>
          </p:cNvPr>
          <p:cNvSpPr>
            <a:spLocks xmlns:a="http://schemas.openxmlformats.org/drawingml/2006/main" noGrp="1"/>
          </p:cNvSpPr>
          <p:nvPr/>
        </p:nvSpPr>
        <p:spPr>
          <a:xfrm xmlns:a="http://schemas.openxmlformats.org/drawingml/2006/main">
            <a:off x="3219450" y="3371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8" name="">
            <a:extLst xmlns:a="http://schemas.openxmlformats.org/drawingml/2006/main">
              <a:ext uri="{FF2B5EF4-FFF2-40B4-BE49-F238E27FC236}">
                <a16:creationId xmlns:a16="http://schemas.microsoft.com/office/drawing/2014/main" id="{7A1F668A-A20D-4D2D-9FC4-FF4C733C6EC8}"/>
              </a:ext>
            </a:extLst>
          </p:cNvPr>
          <p:cNvSpPr>
            <a:spLocks xmlns:a="http://schemas.openxmlformats.org/drawingml/2006/main" noGrp="1"/>
          </p:cNvSpPr>
          <p:nvPr/>
        </p:nvSpPr>
        <p:spPr>
          <a:xfrm xmlns:a="http://schemas.openxmlformats.org/drawingml/2006/main">
            <a:off x="3829050" y="3028950"/>
            <a:ext cx="1943100" cy="1066800"/>
          </a:xfrm>
          <a:prstGeom xmlns:a="http://schemas.openxmlformats.org/drawingml/2006/main" prst="roundRect">
            <a:avLst>
              <a:gd name="adj" fmla="val 14286"/>
            </a:avLst>
          </a:prstGeom>
          <a:solidFill xmlns:a="http://schemas.openxmlformats.org/drawingml/2006/main">
            <a:srgbClr val="FEF2F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725" b="1">
                <a:solidFill>
                  <a:srgbClr val="B91C1C"/>
                </a:solidFill>
                <a:latin typeface="Onest"/>
                <a:ea typeface="Onest"/>
                <a:cs typeface="Onest"/>
              </a:defRPr>
            </a:pPr>
            <a:r>
              <a:rPr sz="1725" b="1">
                <a:solidFill>
                  <a:srgbClr val="B91C1C"/>
                </a:solidFill>
                <a:latin typeface="Onest"/>
                <a:ea typeface="Onest"/>
                <a:cs typeface="Onest"/>
              </a:rPr>
              <a:t>BCC esueaza</a:t>
            </a:r>
          </a:p>
        </p:txBody>
      </p:sp>
      <p:sp>
        <p:nvSpPr>
          <p:cNvPr id="9" name="">
            <a:extLst xmlns:a="http://schemas.openxmlformats.org/drawingml/2006/main">
              <a:ext uri="{FF2B5EF4-FFF2-40B4-BE49-F238E27FC236}">
                <a16:creationId xmlns:a16="http://schemas.microsoft.com/office/drawing/2014/main" id="{EF4586EC-701A-4D7E-8B7C-0784898888F2}"/>
              </a:ext>
            </a:extLst>
          </p:cNvPr>
          <p:cNvSpPr>
            <a:spLocks xmlns:a="http://schemas.openxmlformats.org/drawingml/2006/main" noGrp="1"/>
          </p:cNvSpPr>
          <p:nvPr/>
        </p:nvSpPr>
        <p:spPr>
          <a:xfrm xmlns:a="http://schemas.openxmlformats.org/drawingml/2006/main">
            <a:off x="5905500" y="3371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0" name="">
            <a:extLst xmlns:a="http://schemas.openxmlformats.org/drawingml/2006/main">
              <a:ext uri="{FF2B5EF4-FFF2-40B4-BE49-F238E27FC236}">
                <a16:creationId xmlns:a16="http://schemas.microsoft.com/office/drawing/2014/main" id="{5A879F06-E922-44FA-AD01-7F94CEBE4842}"/>
              </a:ext>
            </a:extLst>
          </p:cNvPr>
          <p:cNvSpPr>
            <a:spLocks xmlns:a="http://schemas.openxmlformats.org/drawingml/2006/main" noGrp="1"/>
          </p:cNvSpPr>
          <p:nvPr/>
        </p:nvSpPr>
        <p:spPr>
          <a:xfrm xmlns:a="http://schemas.openxmlformats.org/drawingml/2006/main">
            <a:off x="6515100" y="3028950"/>
            <a:ext cx="1943100" cy="1066800"/>
          </a:xfrm>
          <a:prstGeom xmlns:a="http://schemas.openxmlformats.org/drawingml/2006/main" prst="roundRect">
            <a:avLst>
              <a:gd name="adj" fmla="val 14286"/>
            </a:avLst>
          </a:prstGeom>
          <a:solidFill xmlns:a="http://schemas.openxmlformats.org/drawingml/2006/main">
            <a:srgbClr val="FFEDD5"/>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725" b="1">
                <a:solidFill>
                  <a:srgbClr val="0F172A"/>
                </a:solidFill>
                <a:latin typeface="Onest"/>
                <a:ea typeface="Onest"/>
                <a:cs typeface="Onest"/>
              </a:defRPr>
            </a:pPr>
            <a:r>
              <a:rPr sz="1725" b="1">
                <a:solidFill>
                  <a:srgbClr val="0F172A"/>
                </a:solidFill>
                <a:latin typeface="Onest"/>
                <a:ea typeface="Onest"/>
                <a:cs typeface="Onest"/>
              </a:rPr>
              <a:t>Platforma mare = overkill</a:t>
            </a:r>
          </a:p>
        </p:txBody>
      </p:sp>
      <p:sp>
        <p:nvSpPr>
          <p:cNvPr id="11" name="">
            <a:extLst xmlns:a="http://schemas.openxmlformats.org/drawingml/2006/main">
              <a:ext uri="{FF2B5EF4-FFF2-40B4-BE49-F238E27FC236}">
                <a16:creationId xmlns:a16="http://schemas.microsoft.com/office/drawing/2014/main" id="{D91C996D-7DF5-4990-837C-B6E4B9B81EF4}"/>
              </a:ext>
            </a:extLst>
          </p:cNvPr>
          <p:cNvSpPr>
            <a:spLocks xmlns:a="http://schemas.openxmlformats.org/drawingml/2006/main" noGrp="1"/>
          </p:cNvSpPr>
          <p:nvPr/>
        </p:nvSpPr>
        <p:spPr>
          <a:xfrm xmlns:a="http://schemas.openxmlformats.org/drawingml/2006/main">
            <a:off x="8591550" y="3371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2" name="">
            <a:extLst xmlns:a="http://schemas.openxmlformats.org/drawingml/2006/main">
              <a:ext uri="{FF2B5EF4-FFF2-40B4-BE49-F238E27FC236}">
                <a16:creationId xmlns:a16="http://schemas.microsoft.com/office/drawing/2014/main" id="{03C10709-33D4-4596-A37C-4DB09CAEABBA}"/>
              </a:ext>
            </a:extLst>
          </p:cNvPr>
          <p:cNvSpPr>
            <a:spLocks xmlns:a="http://schemas.openxmlformats.org/drawingml/2006/main" noGrp="1"/>
          </p:cNvSpPr>
          <p:nvPr/>
        </p:nvSpPr>
        <p:spPr>
          <a:xfrm xmlns:a="http://schemas.openxmlformats.org/drawingml/2006/main">
            <a:off x="9201150" y="3028950"/>
            <a:ext cx="1943100" cy="1066800"/>
          </a:xfrm>
          <a:prstGeom xmlns:a="http://schemas.openxmlformats.org/drawingml/2006/main" prst="roundRect">
            <a:avLst>
              <a:gd name="adj" fmla="val 14286"/>
            </a:avLst>
          </a:prstGeom>
          <a:solidFill xmlns:a="http://schemas.openxmlformats.org/drawingml/2006/main">
            <a:srgbClr val="DCFCE7"/>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725" b="1">
                <a:solidFill>
                  <a:srgbClr val="0F172A"/>
                </a:solidFill>
                <a:latin typeface="Onest"/>
                <a:ea typeface="Onest"/>
                <a:cs typeface="Onest"/>
              </a:defRPr>
            </a:pPr>
            <a:r>
              <a:rPr sz="1725" b="1">
                <a:solidFill>
                  <a:srgbClr val="0F172A"/>
                </a:solidFill>
                <a:latin typeface="Onest"/>
                <a:ea typeface="Onest"/>
                <a:cs typeface="Onest"/>
              </a:rPr>
              <a:t>Agent one-time</a:t>
            </a:r>
          </a:p>
        </p:txBody>
      </p:sp>
      <p:sp>
        <p:nvSpPr>
          <p:cNvPr id="13" name="">
            <a:extLst xmlns:a="http://schemas.openxmlformats.org/drawingml/2006/main">
              <a:ext uri="{FF2B5EF4-FFF2-40B4-BE49-F238E27FC236}">
                <a16:creationId xmlns:a16="http://schemas.microsoft.com/office/drawing/2014/main" id="{44C1E95D-CCAA-4827-82A9-720EFB23C3DA}"/>
              </a:ext>
            </a:extLst>
          </p:cNvPr>
          <p:cNvSpPr>
            <a:spLocks xmlns:a="http://schemas.openxmlformats.org/drawingml/2006/main" noGrp="1"/>
          </p:cNvSpPr>
          <p:nvPr/>
        </p:nvSpPr>
        <p:spPr>
          <a:xfrm xmlns:a="http://schemas.openxmlformats.org/drawingml/2006/main">
            <a:off x="2266950" y="4991100"/>
            <a:ext cx="7658100" cy="590550"/>
          </a:xfrm>
          <a:prstGeom xmlns:a="http://schemas.openxmlformats.org/drawingml/2006/main" prst="roundRect">
            <a:avLst>
              <a:gd name="adj" fmla="val 19355"/>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650" b="1">
                <a:solidFill>
                  <a:srgbClr val="FFFFFF"/>
                </a:solidFill>
                <a:latin typeface="Onest"/>
                <a:ea typeface="Onest"/>
                <a:cs typeface="Onest"/>
              </a:defRPr>
            </a:pPr>
            <a:r>
              <a:rPr sz="1650" b="1">
                <a:solidFill>
                  <a:srgbClr val="FFFFFF"/>
                </a:solidFill>
                <a:latin typeface="Onest"/>
                <a:ea typeface="Onest"/>
                <a:cs typeface="Onest"/>
              </a:rPr>
              <a:t>Un agent bun nu inlocuieste strategia. Inlocuieste un blocaj clar.</a:t>
            </a:r>
          </a:p>
        </p:txBody>
      </p:sp>
    </p:spTree>
    <p:extLst>
      <p:ext uri="{BB962C8B-B14F-4D97-AF65-F5344CB8AC3E}">
        <p14:creationId xmlns:p14="http://schemas.microsoft.com/office/powerpoint/2010/main" val="1684062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ECE6A93-93EB-43F1-921B-2C1524260F89}"/>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16 / 30</a:t>
            </a:r>
          </a:p>
        </p:txBody>
      </p:sp>
      <p:sp>
        <p:nvSpPr>
          <p:cNvPr id="2" name="">
            <a:extLst xmlns:a="http://schemas.openxmlformats.org/drawingml/2006/main">
              <a:ext uri="{FF2B5EF4-FFF2-40B4-BE49-F238E27FC236}">
                <a16:creationId xmlns:a16="http://schemas.microsoft.com/office/drawing/2014/main" id="{9915CE38-974D-4698-BE80-B6F2EAED7CD4}"/>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995850-ADCD-4799-A85B-842ADCADCEAE}"/>
              </a:ext>
            </a:extLst>
          </p:cNvPr>
          <p:cNvSpPr>
            <a:spLocks xmlns:a="http://schemas.openxmlformats.org/drawingml/2006/main" noGrp="1"/>
          </p:cNvSpPr>
          <p:nvPr/>
        </p:nvSpPr>
        <p:spPr>
          <a:xfrm xmlns:a="http://schemas.openxmlformats.org/drawingml/2006/main">
            <a:off x="647700" y="533400"/>
            <a:ext cx="1232535"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PERSONALIZARE</a:t>
            </a:r>
          </a:p>
        </p:txBody>
      </p:sp>
      <p:sp>
        <p:nvSpPr>
          <p:cNvPr id="4" name="">
            <a:extLst xmlns:a="http://schemas.openxmlformats.org/drawingml/2006/main">
              <a:ext uri="{FF2B5EF4-FFF2-40B4-BE49-F238E27FC236}">
                <a16:creationId xmlns:a16="http://schemas.microsoft.com/office/drawing/2014/main" id="{7DD4EEA1-B65A-4E3B-AA67-72A81A0192F4}"/>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Personalizarea reala are trei niveluri</a:t>
            </a:r>
          </a:p>
        </p:txBody>
      </p:sp>
      <p:sp>
        <p:nvSpPr>
          <p:cNvPr id="5" name="">
            <a:extLst xmlns:a="http://schemas.openxmlformats.org/drawingml/2006/main">
              <a:ext uri="{FF2B5EF4-FFF2-40B4-BE49-F238E27FC236}">
                <a16:creationId xmlns:a16="http://schemas.microsoft.com/office/drawing/2014/main" id="{73F5E67F-C417-49A3-A0B3-4F42BF311FD6}"/>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Numele face emailul sa para individual. Motivul contextual il face relevant.</a:t>
            </a:r>
          </a:p>
        </p:txBody>
      </p:sp>
      <p:sp>
        <p:nvSpPr>
          <p:cNvPr id="6" name="">
            <a:extLst xmlns:a="http://schemas.openxmlformats.org/drawingml/2006/main">
              <a:ext uri="{FF2B5EF4-FFF2-40B4-BE49-F238E27FC236}">
                <a16:creationId xmlns:a16="http://schemas.microsoft.com/office/drawing/2014/main" id="{73B70CDC-72F4-42E2-81CE-BB9B3CD13CB1}"/>
              </a:ext>
            </a:extLst>
          </p:cNvPr>
          <p:cNvSpPr>
            <a:spLocks xmlns:a="http://schemas.openxmlformats.org/drawingml/2006/main" noGrp="1"/>
          </p:cNvSpPr>
          <p:nvPr/>
        </p:nvSpPr>
        <p:spPr>
          <a:xfrm xmlns:a="http://schemas.openxmlformats.org/drawingml/2006/main">
            <a:off x="1390650" y="4381500"/>
            <a:ext cx="2476500" cy="1104900"/>
          </a:xfrm>
          <a:prstGeom xmlns:a="http://schemas.openxmlformats.org/drawingml/2006/main" prst="roundRect">
            <a:avLst>
              <a:gd name="adj" fmla="val 13793"/>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5E68B68-A6C4-46D9-844B-D8F45BE982A3}"/>
              </a:ext>
            </a:extLst>
          </p:cNvPr>
          <p:cNvSpPr>
            <a:spLocks xmlns:a="http://schemas.openxmlformats.org/drawingml/2006/main" noGrp="1"/>
          </p:cNvSpPr>
          <p:nvPr/>
        </p:nvSpPr>
        <p:spPr>
          <a:xfrm xmlns:a="http://schemas.openxmlformats.org/drawingml/2006/main">
            <a:off x="1619250" y="4591050"/>
            <a:ext cx="361950" cy="361950"/>
          </a:xfrm>
          <a:prstGeom xmlns:a="http://schemas.openxmlformats.org/drawingml/2006/main" prst="roundRect">
            <a:avLst>
              <a:gd name="adj" fmla="val 50000"/>
            </a:avLst>
          </a:prstGeom>
          <a:solidFill xmlns:a="http://schemas.openxmlformats.org/drawingml/2006/main">
            <a:srgbClr val="0284C7"/>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425" b="1" i="0">
                <a:solidFill>
                  <a:srgbClr val="FFFFFF"/>
                </a:solidFill>
                <a:latin typeface="Onest"/>
                <a:ea typeface="Onest"/>
                <a:cs typeface="Onest"/>
              </a:defRPr>
            </a:pPr>
            <a:r>
              <a:rPr sz="1425" b="1" i="0">
                <a:solidFill>
                  <a:srgbClr val="FFFFFF"/>
                </a:solidFill>
                <a:latin typeface="Onest"/>
                <a:ea typeface="Onest"/>
                <a:cs typeface="Onest"/>
              </a:rPr>
              <a:t>1</a:t>
            </a:r>
          </a:p>
        </p:txBody>
      </p:sp>
      <p:sp>
        <p:nvSpPr>
          <p:cNvPr id="8" name="">
            <a:extLst xmlns:a="http://schemas.openxmlformats.org/drawingml/2006/main">
              <a:ext uri="{FF2B5EF4-FFF2-40B4-BE49-F238E27FC236}">
                <a16:creationId xmlns:a16="http://schemas.microsoft.com/office/drawing/2014/main" id="{19E5B610-1C1C-4E54-AD09-D911668214E0}"/>
              </a:ext>
            </a:extLst>
          </p:cNvPr>
          <p:cNvSpPr>
            <a:spLocks xmlns:a="http://schemas.openxmlformats.org/drawingml/2006/main" noGrp="1"/>
          </p:cNvSpPr>
          <p:nvPr/>
        </p:nvSpPr>
        <p:spPr>
          <a:xfrm xmlns:a="http://schemas.openxmlformats.org/drawingml/2006/main">
            <a:off x="2133600" y="46101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Nume institutie</a:t>
            </a:r>
          </a:p>
        </p:txBody>
      </p:sp>
      <p:sp>
        <p:nvSpPr>
          <p:cNvPr id="9" name="">
            <a:extLst xmlns:a="http://schemas.openxmlformats.org/drawingml/2006/main">
              <a:ext uri="{FF2B5EF4-FFF2-40B4-BE49-F238E27FC236}">
                <a16:creationId xmlns:a16="http://schemas.microsoft.com/office/drawing/2014/main" id="{EFFBCB9C-A5DB-4894-9E6E-BA902426D30E}"/>
              </a:ext>
            </a:extLst>
          </p:cNvPr>
          <p:cNvSpPr>
            <a:spLocks xmlns:a="http://schemas.openxmlformats.org/drawingml/2006/main" noGrp="1"/>
          </p:cNvSpPr>
          <p:nvPr/>
        </p:nvSpPr>
        <p:spPr>
          <a:xfrm xmlns:a="http://schemas.openxmlformats.org/drawingml/2006/main">
            <a:off x="1657350" y="5067300"/>
            <a:ext cx="1981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64748B"/>
                </a:solidFill>
                <a:latin typeface="Onest"/>
                <a:ea typeface="Onest"/>
                <a:cs typeface="Onest"/>
              </a:defRPr>
            </a:pPr>
            <a:r>
              <a:rPr sz="1350" b="0" i="0">
                <a:solidFill>
                  <a:srgbClr val="64748B"/>
                </a:solidFill>
                <a:latin typeface="Onest"/>
                <a:ea typeface="Onest"/>
                <a:cs typeface="Onest"/>
              </a:rPr>
              <a:t>pare trimis direct</a:t>
            </a:r>
          </a:p>
        </p:txBody>
      </p:sp>
      <p:sp>
        <p:nvSpPr>
          <p:cNvPr id="10" name="">
            <a:extLst xmlns:a="http://schemas.openxmlformats.org/drawingml/2006/main">
              <a:ext uri="{FF2B5EF4-FFF2-40B4-BE49-F238E27FC236}">
                <a16:creationId xmlns:a16="http://schemas.microsoft.com/office/drawing/2014/main" id="{0032924F-39EA-4ECF-BEF5-AE48336BC587}"/>
              </a:ext>
            </a:extLst>
          </p:cNvPr>
          <p:cNvSpPr>
            <a:spLocks xmlns:a="http://schemas.openxmlformats.org/drawingml/2006/main" noGrp="1"/>
          </p:cNvSpPr>
          <p:nvPr/>
        </p:nvSpPr>
        <p:spPr>
          <a:xfrm xmlns:a="http://schemas.openxmlformats.org/drawingml/2006/main">
            <a:off x="4495800" y="3962400"/>
            <a:ext cx="2476500" cy="1524000"/>
          </a:xfrm>
          <a:prstGeom xmlns:a="http://schemas.openxmlformats.org/drawingml/2006/main" prst="roundRect">
            <a:avLst>
              <a:gd name="adj" fmla="val 10000"/>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B684E8C-2819-4A26-A35A-FBC902403C2F}"/>
              </a:ext>
            </a:extLst>
          </p:cNvPr>
          <p:cNvSpPr>
            <a:spLocks xmlns:a="http://schemas.openxmlformats.org/drawingml/2006/main" noGrp="1"/>
          </p:cNvSpPr>
          <p:nvPr/>
        </p:nvSpPr>
        <p:spPr>
          <a:xfrm xmlns:a="http://schemas.openxmlformats.org/drawingml/2006/main">
            <a:off x="4724400" y="4171950"/>
            <a:ext cx="361950" cy="36195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425" b="1" i="0">
                <a:solidFill>
                  <a:srgbClr val="FFFFFF"/>
                </a:solidFill>
                <a:latin typeface="Onest"/>
                <a:ea typeface="Onest"/>
                <a:cs typeface="Onest"/>
              </a:defRPr>
            </a:pPr>
            <a:r>
              <a:rPr sz="1425" b="1" i="0">
                <a:solidFill>
                  <a:srgbClr val="FFFFFF"/>
                </a:solidFill>
                <a:latin typeface="Onest"/>
                <a:ea typeface="Onest"/>
                <a:cs typeface="Onest"/>
              </a:rPr>
              <a:t>2</a:t>
            </a:r>
          </a:p>
        </p:txBody>
      </p:sp>
      <p:sp>
        <p:nvSpPr>
          <p:cNvPr id="12" name="">
            <a:extLst xmlns:a="http://schemas.openxmlformats.org/drawingml/2006/main">
              <a:ext uri="{FF2B5EF4-FFF2-40B4-BE49-F238E27FC236}">
                <a16:creationId xmlns:a16="http://schemas.microsoft.com/office/drawing/2014/main" id="{1EB89604-7920-4940-A759-437F58340015}"/>
              </a:ext>
            </a:extLst>
          </p:cNvPr>
          <p:cNvSpPr>
            <a:spLocks xmlns:a="http://schemas.openxmlformats.org/drawingml/2006/main" noGrp="1"/>
          </p:cNvSpPr>
          <p:nvPr/>
        </p:nvSpPr>
        <p:spPr>
          <a:xfrm xmlns:a="http://schemas.openxmlformats.org/drawingml/2006/main">
            <a:off x="5238750" y="41910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Nume persoana</a:t>
            </a:r>
          </a:p>
        </p:txBody>
      </p:sp>
      <p:sp>
        <p:nvSpPr>
          <p:cNvPr id="13" name="">
            <a:extLst xmlns:a="http://schemas.openxmlformats.org/drawingml/2006/main">
              <a:ext uri="{FF2B5EF4-FFF2-40B4-BE49-F238E27FC236}">
                <a16:creationId xmlns:a16="http://schemas.microsoft.com/office/drawing/2014/main" id="{7DEE761D-4AFF-414C-9254-2D2B250129F3}"/>
              </a:ext>
            </a:extLst>
          </p:cNvPr>
          <p:cNvSpPr>
            <a:spLocks xmlns:a="http://schemas.openxmlformats.org/drawingml/2006/main" noGrp="1"/>
          </p:cNvSpPr>
          <p:nvPr/>
        </p:nvSpPr>
        <p:spPr>
          <a:xfrm xmlns:a="http://schemas.openxmlformats.org/drawingml/2006/main">
            <a:off x="4762500" y="4648200"/>
            <a:ext cx="1981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64748B"/>
                </a:solidFill>
                <a:latin typeface="Onest"/>
                <a:ea typeface="Onest"/>
                <a:cs typeface="Onest"/>
              </a:defRPr>
            </a:pPr>
            <a:r>
              <a:rPr sz="1350" b="0" i="0">
                <a:solidFill>
                  <a:srgbClr val="64748B"/>
                </a:solidFill>
                <a:latin typeface="Onest"/>
                <a:ea typeface="Onest"/>
                <a:cs typeface="Onest"/>
              </a:rPr>
              <a:t>creste atentia</a:t>
            </a:r>
          </a:p>
        </p:txBody>
      </p:sp>
      <p:sp>
        <p:nvSpPr>
          <p:cNvPr id="14" name="">
            <a:extLst xmlns:a="http://schemas.openxmlformats.org/drawingml/2006/main">
              <a:ext uri="{FF2B5EF4-FFF2-40B4-BE49-F238E27FC236}">
                <a16:creationId xmlns:a16="http://schemas.microsoft.com/office/drawing/2014/main" id="{A55DB477-54AF-452A-9069-3679C7C7BDFD}"/>
              </a:ext>
            </a:extLst>
          </p:cNvPr>
          <p:cNvSpPr>
            <a:spLocks xmlns:a="http://schemas.openxmlformats.org/drawingml/2006/main" noGrp="1"/>
          </p:cNvSpPr>
          <p:nvPr/>
        </p:nvSpPr>
        <p:spPr>
          <a:xfrm xmlns:a="http://schemas.openxmlformats.org/drawingml/2006/main">
            <a:off x="7600950" y="3543300"/>
            <a:ext cx="2476500" cy="1943100"/>
          </a:xfrm>
          <a:prstGeom xmlns:a="http://schemas.openxmlformats.org/drawingml/2006/main" prst="roundRect">
            <a:avLst>
              <a:gd name="adj" fmla="val 7843"/>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4425980D-4555-4900-86C6-1D1479A8AF95}"/>
              </a:ext>
            </a:extLst>
          </p:cNvPr>
          <p:cNvSpPr>
            <a:spLocks xmlns:a="http://schemas.openxmlformats.org/drawingml/2006/main" noGrp="1"/>
          </p:cNvSpPr>
          <p:nvPr/>
        </p:nvSpPr>
        <p:spPr>
          <a:xfrm xmlns:a="http://schemas.openxmlformats.org/drawingml/2006/main">
            <a:off x="7829550" y="3752850"/>
            <a:ext cx="361950" cy="3619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425" b="1" i="0">
                <a:solidFill>
                  <a:srgbClr val="FFFFFF"/>
                </a:solidFill>
                <a:latin typeface="Onest"/>
                <a:ea typeface="Onest"/>
                <a:cs typeface="Onest"/>
              </a:defRPr>
            </a:pPr>
            <a:r>
              <a:rPr sz="1425" b="1" i="0">
                <a:solidFill>
                  <a:srgbClr val="FFFFFF"/>
                </a:solidFill>
                <a:latin typeface="Onest"/>
                <a:ea typeface="Onest"/>
                <a:cs typeface="Onest"/>
              </a:rPr>
              <a:t>3</a:t>
            </a:r>
          </a:p>
        </p:txBody>
      </p:sp>
      <p:sp>
        <p:nvSpPr>
          <p:cNvPr id="16" name="">
            <a:extLst xmlns:a="http://schemas.openxmlformats.org/drawingml/2006/main">
              <a:ext uri="{FF2B5EF4-FFF2-40B4-BE49-F238E27FC236}">
                <a16:creationId xmlns:a16="http://schemas.microsoft.com/office/drawing/2014/main" id="{C8778697-A8BC-4F0E-8AED-2F64C963B70D}"/>
              </a:ext>
            </a:extLst>
          </p:cNvPr>
          <p:cNvSpPr>
            <a:spLocks xmlns:a="http://schemas.openxmlformats.org/drawingml/2006/main" noGrp="1"/>
          </p:cNvSpPr>
          <p:nvPr/>
        </p:nvSpPr>
        <p:spPr>
          <a:xfrm xmlns:a="http://schemas.openxmlformats.org/drawingml/2006/main">
            <a:off x="8343900" y="37719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Motiv specific</a:t>
            </a:r>
          </a:p>
        </p:txBody>
      </p:sp>
      <p:sp>
        <p:nvSpPr>
          <p:cNvPr id="17" name="">
            <a:extLst xmlns:a="http://schemas.openxmlformats.org/drawingml/2006/main">
              <a:ext uri="{FF2B5EF4-FFF2-40B4-BE49-F238E27FC236}">
                <a16:creationId xmlns:a16="http://schemas.microsoft.com/office/drawing/2014/main" id="{EFF64486-6866-4153-93D4-DFF2266BEA8C}"/>
              </a:ext>
            </a:extLst>
          </p:cNvPr>
          <p:cNvSpPr>
            <a:spLocks xmlns:a="http://schemas.openxmlformats.org/drawingml/2006/main" noGrp="1"/>
          </p:cNvSpPr>
          <p:nvPr/>
        </p:nvSpPr>
        <p:spPr>
          <a:xfrm xmlns:a="http://schemas.openxmlformats.org/drawingml/2006/main">
            <a:off x="7867650" y="4229100"/>
            <a:ext cx="1981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64748B"/>
                </a:solidFill>
                <a:latin typeface="Onest"/>
                <a:ea typeface="Onest"/>
                <a:cs typeface="Onest"/>
              </a:defRPr>
            </a:pPr>
            <a:r>
              <a:rPr sz="1350" b="0" i="0">
                <a:solidFill>
                  <a:srgbClr val="64748B"/>
                </a:solidFill>
                <a:latin typeface="Onest"/>
                <a:ea typeface="Onest"/>
                <a:cs typeface="Onest"/>
              </a:rPr>
              <a:t>creeaza relevanta</a:t>
            </a:r>
          </a:p>
        </p:txBody>
      </p:sp>
      <p:sp>
        <p:nvSpPr>
          <p:cNvPr id="18" name="">
            <a:extLst xmlns:a="http://schemas.openxmlformats.org/drawingml/2006/main">
              <a:ext uri="{FF2B5EF4-FFF2-40B4-BE49-F238E27FC236}">
                <a16:creationId xmlns:a16="http://schemas.microsoft.com/office/drawing/2014/main" id="{C5F0D990-CA9D-4DB9-BD1A-CB8CBD8C0667}"/>
              </a:ext>
            </a:extLst>
          </p:cNvPr>
          <p:cNvSpPr>
            <a:spLocks xmlns:a="http://schemas.openxmlformats.org/drawingml/2006/main" noGrp="1"/>
          </p:cNvSpPr>
          <p:nvPr/>
        </p:nvSpPr>
        <p:spPr>
          <a:xfrm xmlns:a="http://schemas.openxmlformats.org/drawingml/2006/main">
            <a:off x="2343150" y="5638800"/>
            <a:ext cx="7505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i="0">
                <a:solidFill>
                  <a:srgbClr val="2D52D4"/>
                </a:solidFill>
                <a:latin typeface="Onest"/>
                <a:ea typeface="Onest"/>
                <a:cs typeface="Onest"/>
              </a:defRPr>
            </a:pPr>
            <a:r>
              <a:rPr sz="1875" b="1" i="0">
                <a:solidFill>
                  <a:srgbClr val="2D52D4"/>
                </a:solidFill>
                <a:latin typeface="Onest"/>
                <a:ea typeface="Onest"/>
                <a:cs typeface="Onest"/>
              </a:rPr>
              <a:t>Exemplu: Power BI pentru Biroul National de Statistica</a:t>
            </a:r>
          </a:p>
        </p:txBody>
      </p:sp>
    </p:spTree>
    <p:extLst>
      <p:ext uri="{BB962C8B-B14F-4D97-AF65-F5344CB8AC3E}">
        <p14:creationId xmlns:p14="http://schemas.microsoft.com/office/powerpoint/2010/main" val="864724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9F2E78-1334-4E9E-8C26-A83DE894CEAF}"/>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17 / 30</a:t>
            </a:r>
          </a:p>
        </p:txBody>
      </p:sp>
      <p:sp>
        <p:nvSpPr>
          <p:cNvPr id="2" name="">
            <a:extLst xmlns:a="http://schemas.openxmlformats.org/drawingml/2006/main">
              <a:ext uri="{FF2B5EF4-FFF2-40B4-BE49-F238E27FC236}">
                <a16:creationId xmlns:a16="http://schemas.microsoft.com/office/drawing/2014/main" id="{33840017-74BC-4EC6-942C-9F375BE1BCE9}"/>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3E7893-F6C6-428B-8320-E52DA1C0AC8D}"/>
              </a:ext>
            </a:extLst>
          </p:cNvPr>
          <p:cNvSpPr>
            <a:spLocks xmlns:a="http://schemas.openxmlformats.org/drawingml/2006/main" noGrp="1"/>
          </p:cNvSpPr>
          <p:nvPr/>
        </p:nvSpPr>
        <p:spPr>
          <a:xfrm xmlns:a="http://schemas.openxmlformats.org/drawingml/2006/main">
            <a:off x="647700" y="533400"/>
            <a:ext cx="1232535"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EXEMPLU EMAIL</a:t>
            </a:r>
          </a:p>
        </p:txBody>
      </p:sp>
      <p:sp>
        <p:nvSpPr>
          <p:cNvPr id="4" name="">
            <a:extLst xmlns:a="http://schemas.openxmlformats.org/drawingml/2006/main">
              <a:ext uri="{FF2B5EF4-FFF2-40B4-BE49-F238E27FC236}">
                <a16:creationId xmlns:a16="http://schemas.microsoft.com/office/drawing/2014/main" id="{D3B4619D-1735-447D-83DB-78AFE00F947D}"/>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Oferta trebuie legata de munca institutiei</a:t>
            </a:r>
          </a:p>
        </p:txBody>
      </p:sp>
      <p:sp>
        <p:nvSpPr>
          <p:cNvPr id="5" name="">
            <a:extLst xmlns:a="http://schemas.openxmlformats.org/drawingml/2006/main">
              <a:ext uri="{FF2B5EF4-FFF2-40B4-BE49-F238E27FC236}">
                <a16:creationId xmlns:a16="http://schemas.microsoft.com/office/drawing/2014/main" id="{96E5F856-170F-457D-9A9D-D712409A9750}"/>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 inventam detalii. Folosim observatii publice si le conectam la valoarea cursului.</a:t>
            </a:r>
          </a:p>
        </p:txBody>
      </p:sp>
      <p:sp>
        <p:nvSpPr>
          <p:cNvPr id="6" name="">
            <a:extLst xmlns:a="http://schemas.openxmlformats.org/drawingml/2006/main">
              <a:ext uri="{FF2B5EF4-FFF2-40B4-BE49-F238E27FC236}">
                <a16:creationId xmlns:a16="http://schemas.microsoft.com/office/drawing/2014/main" id="{E6319547-1CB1-49F4-81FA-214BD98E78AE}"/>
              </a:ext>
            </a:extLst>
          </p:cNvPr>
          <p:cNvSpPr>
            <a:spLocks xmlns:a="http://schemas.openxmlformats.org/drawingml/2006/main" noGrp="1"/>
          </p:cNvSpPr>
          <p:nvPr/>
        </p:nvSpPr>
        <p:spPr>
          <a:xfrm xmlns:a="http://schemas.openxmlformats.org/drawingml/2006/main">
            <a:off x="876300" y="2343150"/>
            <a:ext cx="4762500" cy="3009900"/>
          </a:xfrm>
          <a:prstGeom xmlns:a="http://schemas.openxmlformats.org/drawingml/2006/main" prst="roundRect">
            <a:avLst>
              <a:gd name="adj" fmla="val 5063"/>
            </a:avLst>
          </a:prstGeom>
          <a:solidFill xmlns:a="http://schemas.openxmlformats.org/drawingml/2006/main">
            <a:srgbClr val="FEF2F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1CAA480-4FDE-4B46-B62D-E477372D0875}"/>
              </a:ext>
            </a:extLst>
          </p:cNvPr>
          <p:cNvSpPr>
            <a:spLocks xmlns:a="http://schemas.openxmlformats.org/drawingml/2006/main" noGrp="1"/>
          </p:cNvSpPr>
          <p:nvPr/>
        </p:nvSpPr>
        <p:spPr>
          <a:xfrm xmlns:a="http://schemas.openxmlformats.org/drawingml/2006/main">
            <a:off x="1181100" y="26098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B91C1C"/>
                </a:solidFill>
                <a:latin typeface="Onest"/>
                <a:ea typeface="Onest"/>
                <a:cs typeface="Onest"/>
              </a:defRPr>
            </a:pPr>
            <a:r>
              <a:rPr sz="1800" b="1" i="0">
                <a:solidFill>
                  <a:srgbClr val="B91C1C"/>
                </a:solidFill>
                <a:latin typeface="Onest"/>
                <a:ea typeface="Onest"/>
                <a:cs typeface="Onest"/>
              </a:rPr>
              <a:t>Generic</a:t>
            </a:r>
          </a:p>
        </p:txBody>
      </p:sp>
      <p:sp>
        <p:nvSpPr>
          <p:cNvPr id="8" name="">
            <a:extLst xmlns:a="http://schemas.openxmlformats.org/drawingml/2006/main">
              <a:ext uri="{FF2B5EF4-FFF2-40B4-BE49-F238E27FC236}">
                <a16:creationId xmlns:a16="http://schemas.microsoft.com/office/drawing/2014/main" id="{BD29EAFF-80E0-498E-83FF-C6CF2152B68E}"/>
              </a:ext>
            </a:extLst>
          </p:cNvPr>
          <p:cNvSpPr>
            <a:spLocks xmlns:a="http://schemas.openxmlformats.org/drawingml/2006/main" noGrp="1"/>
          </p:cNvSpPr>
          <p:nvPr/>
        </p:nvSpPr>
        <p:spPr>
          <a:xfrm xmlns:a="http://schemas.openxmlformats.org/drawingml/2006/main">
            <a:off x="1200150" y="3162300"/>
            <a:ext cx="3905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75" b="0" i="0">
                <a:solidFill>
                  <a:srgbClr val="0F172A"/>
                </a:solidFill>
                <a:latin typeface="Onest"/>
                <a:ea typeface="Onest"/>
                <a:cs typeface="Onest"/>
              </a:defRPr>
            </a:pPr>
            <a:r>
              <a:rPr sz="1575" b="0" i="0">
                <a:solidFill>
                  <a:srgbClr val="0F172A"/>
                </a:solidFill>
                <a:latin typeface="Onest"/>
                <a:ea typeface="Onest"/>
                <a:cs typeface="Onest"/>
              </a:rPr>
              <a:t>Buna ziua,</a:t>
            </a:r>
          </a:p>
          <a:p xmlns:a="http://schemas.openxmlformats.org/drawingml/2006/main">
            <a:r>
              <a:t/>
            </a:r>
          </a:p>
          <a:p xmlns:a="http://schemas.openxmlformats.org/drawingml/2006/main">
            <a:pPr algn="l">
              <a:lnSpc>
                <a:spcPct val="116000"/>
              </a:lnSpc>
              <a:buNone/>
              <a:defRPr sz="1575" b="0" i="0">
                <a:solidFill>
                  <a:srgbClr val="0F172A"/>
                </a:solidFill>
                <a:latin typeface="Onest"/>
                <a:ea typeface="Onest"/>
                <a:cs typeface="Onest"/>
              </a:defRPr>
            </a:pPr>
            <a:r>
              <a:rPr sz="1575" b="0" i="0">
                <a:solidFill>
                  <a:srgbClr val="0F172A"/>
                </a:solidFill>
                <a:latin typeface="Onest"/>
                <a:ea typeface="Onest"/>
                <a:cs typeface="Onest"/>
              </a:rPr>
              <a:t>Va propunem un curs Power BI pentru institutia dvs. Cursul este util si modern.</a:t>
            </a:r>
          </a:p>
          <a:p xmlns:a="http://schemas.openxmlformats.org/drawingml/2006/main">
            <a:r>
              <a:t/>
            </a:r>
          </a:p>
          <a:p xmlns:a="http://schemas.openxmlformats.org/drawingml/2006/main">
            <a:pPr algn="l">
              <a:lnSpc>
                <a:spcPct val="116000"/>
              </a:lnSpc>
              <a:buNone/>
              <a:defRPr sz="1575" b="0" i="0">
                <a:solidFill>
                  <a:srgbClr val="0F172A"/>
                </a:solidFill>
                <a:latin typeface="Onest"/>
                <a:ea typeface="Onest"/>
                <a:cs typeface="Onest"/>
              </a:defRPr>
            </a:pPr>
            <a:r>
              <a:rPr sz="1575" b="0" i="0">
                <a:solidFill>
                  <a:srgbClr val="0F172A"/>
                </a:solidFill>
                <a:latin typeface="Onest"/>
                <a:ea typeface="Onest"/>
                <a:cs typeface="Onest"/>
              </a:rPr>
              <a:t>Daca sunteti interesati, reveniti cu un raspuns.</a:t>
            </a:r>
          </a:p>
        </p:txBody>
      </p:sp>
      <p:sp>
        <p:nvSpPr>
          <p:cNvPr id="9" name="">
            <a:extLst xmlns:a="http://schemas.openxmlformats.org/drawingml/2006/main">
              <a:ext uri="{FF2B5EF4-FFF2-40B4-BE49-F238E27FC236}">
                <a16:creationId xmlns:a16="http://schemas.microsoft.com/office/drawing/2014/main" id="{B4AF49B3-52C1-426F-9ACF-EBE4DDC6128E}"/>
              </a:ext>
            </a:extLst>
          </p:cNvPr>
          <p:cNvSpPr>
            <a:spLocks xmlns:a="http://schemas.openxmlformats.org/drawingml/2006/main" noGrp="1"/>
          </p:cNvSpPr>
          <p:nvPr/>
        </p:nvSpPr>
        <p:spPr>
          <a:xfrm xmlns:a="http://schemas.openxmlformats.org/drawingml/2006/main">
            <a:off x="6553200" y="2343150"/>
            <a:ext cx="4762500" cy="3009900"/>
          </a:xfrm>
          <a:prstGeom xmlns:a="http://schemas.openxmlformats.org/drawingml/2006/main" prst="roundRect">
            <a:avLst>
              <a:gd name="adj" fmla="val 5063"/>
            </a:avLst>
          </a:prstGeom>
          <a:solidFill xmlns:a="http://schemas.openxmlformats.org/drawingml/2006/main">
            <a:srgbClr val="F0FDF4"/>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FBB4F19-5E17-4378-87C4-A7B70276464C}"/>
              </a:ext>
            </a:extLst>
          </p:cNvPr>
          <p:cNvSpPr>
            <a:spLocks xmlns:a="http://schemas.openxmlformats.org/drawingml/2006/main" noGrp="1"/>
          </p:cNvSpPr>
          <p:nvPr/>
        </p:nvSpPr>
        <p:spPr>
          <a:xfrm xmlns:a="http://schemas.openxmlformats.org/drawingml/2006/main">
            <a:off x="6858000" y="26098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15803D"/>
                </a:solidFill>
                <a:latin typeface="Onest"/>
                <a:ea typeface="Onest"/>
                <a:cs typeface="Onest"/>
              </a:defRPr>
            </a:pPr>
            <a:r>
              <a:rPr sz="1800" b="1" i="0">
                <a:solidFill>
                  <a:srgbClr val="15803D"/>
                </a:solidFill>
                <a:latin typeface="Onest"/>
                <a:ea typeface="Onest"/>
                <a:cs typeface="Onest"/>
              </a:rPr>
              <a:t>Contextual</a:t>
            </a:r>
          </a:p>
        </p:txBody>
      </p:sp>
      <p:sp>
        <p:nvSpPr>
          <p:cNvPr id="11" name="">
            <a:extLst xmlns:a="http://schemas.openxmlformats.org/drawingml/2006/main">
              <a:ext uri="{FF2B5EF4-FFF2-40B4-BE49-F238E27FC236}">
                <a16:creationId xmlns:a16="http://schemas.microsoft.com/office/drawing/2014/main" id="{ED81BAEF-FF72-463F-B318-519BFA1CDC6C}"/>
              </a:ext>
            </a:extLst>
          </p:cNvPr>
          <p:cNvSpPr>
            <a:spLocks xmlns:a="http://schemas.openxmlformats.org/drawingml/2006/main" noGrp="1"/>
          </p:cNvSpPr>
          <p:nvPr/>
        </p:nvSpPr>
        <p:spPr>
          <a:xfrm xmlns:a="http://schemas.openxmlformats.org/drawingml/2006/main">
            <a:off x="6877050" y="3143250"/>
            <a:ext cx="39052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i="0">
                <a:solidFill>
                  <a:srgbClr val="0F172A"/>
                </a:solidFill>
                <a:latin typeface="Onest"/>
                <a:ea typeface="Onest"/>
                <a:cs typeface="Onest"/>
              </a:defRPr>
            </a:pPr>
            <a:r>
              <a:rPr sz="1388" b="0" i="0">
                <a:solidFill>
                  <a:srgbClr val="0F172A"/>
                </a:solidFill>
                <a:latin typeface="Onest"/>
                <a:ea typeface="Onest"/>
                <a:cs typeface="Onest"/>
              </a:rPr>
              <a:t>BNS lucreaza anual cu volume mari de date publice. Pentru echipe care transforma datele in rapoarte, dashboards si explicatii vizuale, Power BI poate reduce timpul de pregatire si poate face informatia mai usor de inteles pentru cetateni si alte institutii.</a:t>
            </a:r>
          </a:p>
        </p:txBody>
      </p:sp>
    </p:spTree>
    <p:extLst>
      <p:ext uri="{BB962C8B-B14F-4D97-AF65-F5344CB8AC3E}">
        <p14:creationId xmlns:p14="http://schemas.microsoft.com/office/powerpoint/2010/main" val="5747070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3EBF90-AE18-494D-9A00-4FD06D2DF0E4}"/>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18 / 30</a:t>
            </a:r>
          </a:p>
        </p:txBody>
      </p:sp>
      <p:sp>
        <p:nvSpPr>
          <p:cNvPr id="2" name="">
            <a:extLst xmlns:a="http://schemas.openxmlformats.org/drawingml/2006/main">
              <a:ext uri="{FF2B5EF4-FFF2-40B4-BE49-F238E27FC236}">
                <a16:creationId xmlns:a16="http://schemas.microsoft.com/office/drawing/2014/main" id="{1302E193-7CE2-4507-9440-4889D9A1F48D}"/>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592217-BFF5-43EB-8D88-63B4931558C0}"/>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ETAPA 1</a:t>
            </a:r>
          </a:p>
        </p:txBody>
      </p:sp>
      <p:sp>
        <p:nvSpPr>
          <p:cNvPr id="4" name="">
            <a:extLst xmlns:a="http://schemas.openxmlformats.org/drawingml/2006/main">
              <a:ext uri="{FF2B5EF4-FFF2-40B4-BE49-F238E27FC236}">
                <a16:creationId xmlns:a16="http://schemas.microsoft.com/office/drawing/2014/main" id="{C044D7DE-BF5B-41A0-9250-5E217D7B72D4}"/>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Harvesting inseamna sursa, relevanta si audit</a:t>
            </a:r>
          </a:p>
        </p:txBody>
      </p:sp>
      <p:sp>
        <p:nvSpPr>
          <p:cNvPr id="5" name="">
            <a:extLst xmlns:a="http://schemas.openxmlformats.org/drawingml/2006/main">
              <a:ext uri="{FF2B5EF4-FFF2-40B4-BE49-F238E27FC236}">
                <a16:creationId xmlns:a16="http://schemas.microsoft.com/office/drawing/2014/main" id="{E9591E7C-95E6-4B73-8BE6-227E7BAAC7E8}"/>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 colectam «cat mai mult». Colectam ce este public, relevant si trasabil.</a:t>
            </a:r>
          </a:p>
        </p:txBody>
      </p:sp>
      <p:graphicFrame>
        <p:nvGraphicFramePr>
          <p:cNvPr id="13" name=""/>
          <p:cNvGraphicFramePr/>
          <p:nvPr/>
        </p:nvGraphicFramePr>
        <p:xfrm>
          <a:off xmlns:a="http://schemas.openxmlformats.org/drawingml/2006/main" x="781050" y="2362200"/>
          <a:ext xmlns:a="http://schemas.openxmlformats.org/drawingml/2006/main" cx="10629900" cy="2724150"/>
        </p:xfrm>
        <a:graphic xmlns:a="http://schemas.openxmlformats.org/drawingml/2006/main">
          <a:graphicData uri="http://schemas.openxmlformats.org/drawingml/2006/table">
            <a:tbl>
              <a:tblPr firstRow="1" bandRow="1"/>
              <a:tblGrid>
                <a:gridCol w="2125980"/>
                <a:gridCol w="2657475"/>
                <a:gridCol w="2125980"/>
                <a:gridCol w="1771650"/>
                <a:gridCol w="1948815"/>
              </a:tblGrid>
              <a:tr h="544830">
                <a:tc>
                  <a:txBody>
                    <a:bodyPr/>
                    <a:lstStyle/>
                    <a:p>
                      <a:r>
                        <a:rPr sz="1163" b="1">
                          <a:solidFill>
                            <a:srgbClr val="FFFFFF"/>
                          </a:solidFill>
                        </a:rPr>
                        <a:t>Institutie</a:t>
                      </a:r>
                    </a:p>
                  </a:txBody>
                  <a:tcPr marL="91440" marR="91440" marT="45720" marB="45720">
                    <a:solidFill>
                      <a:srgbClr val="2D52D4"/>
                    </a:solidFill>
                  </a:tcPr>
                </a:tc>
                <a:tc>
                  <a:txBody>
                    <a:bodyPr/>
                    <a:lstStyle/>
                    <a:p>
                      <a:r>
                        <a:rPr sz="1163" b="1">
                          <a:solidFill>
                            <a:srgbClr val="FFFFFF"/>
                          </a:solidFill>
                        </a:rPr>
                        <a:t>URL sursa</a:t>
                      </a:r>
                    </a:p>
                  </a:txBody>
                  <a:tcPr marL="91440" marR="91440" marT="45720" marB="45720">
                    <a:solidFill>
                      <a:srgbClr val="2D52D4"/>
                    </a:solidFill>
                  </a:tcPr>
                </a:tc>
                <a:tc>
                  <a:txBody>
                    <a:bodyPr/>
                    <a:lstStyle/>
                    <a:p>
                      <a:r>
                        <a:rPr sz="1163" b="1">
                          <a:solidFill>
                            <a:srgbClr val="FFFFFF"/>
                          </a:solidFill>
                        </a:rPr>
                        <a:t>Contact</a:t>
                      </a:r>
                    </a:p>
                  </a:txBody>
                  <a:tcPr marL="91440" marR="91440" marT="45720" marB="45720">
                    <a:solidFill>
                      <a:srgbClr val="2D52D4"/>
                    </a:solidFill>
                  </a:tcPr>
                </a:tc>
                <a:tc>
                  <a:txBody>
                    <a:bodyPr/>
                    <a:lstStyle/>
                    <a:p>
                      <a:r>
                        <a:rPr sz="1163" b="1">
                          <a:solidFill>
                            <a:srgbClr val="FFFFFF"/>
                          </a:solidFill>
                        </a:rPr>
                        <a:t>Status</a:t>
                      </a:r>
                    </a:p>
                  </a:txBody>
                  <a:tcPr marL="91440" marR="91440" marT="45720" marB="45720">
                    <a:solidFill>
                      <a:srgbClr val="2D52D4"/>
                    </a:solidFill>
                  </a:tcPr>
                </a:tc>
                <a:tc>
                  <a:txBody>
                    <a:bodyPr/>
                    <a:lstStyle/>
                    <a:p>
                      <a:r>
                        <a:rPr sz="1163" b="1">
                          <a:solidFill>
                            <a:srgbClr val="FFFFFF"/>
                          </a:solidFill>
                        </a:rPr>
                        <a:t>Incredere</a:t>
                      </a:r>
                    </a:p>
                  </a:txBody>
                  <a:tcPr marL="91440" marR="91440" marT="45720" marB="45720">
                    <a:solidFill>
                      <a:srgbClr val="2D52D4"/>
                    </a:solidFill>
                  </a:tcPr>
                </a:tc>
              </a:tr>
              <a:tr h="544830">
                <a:tc>
                  <a:txBody>
                    <a:bodyPr/>
                    <a:lstStyle/>
                    <a:p>
                      <a:r>
                        <a:rPr sz="1088">
                          <a:solidFill>
                            <a:srgbClr val="0F172A"/>
                          </a:solidFill>
                        </a:rPr>
                        <a:t>BNS</a:t>
                      </a:r>
                    </a:p>
                  </a:txBody>
                  <a:tcPr marL="91440" marR="91440" marT="45720" marB="45720"/>
                </a:tc>
                <a:tc>
                  <a:txBody>
                    <a:bodyPr/>
                    <a:lstStyle/>
                    <a:p>
                      <a:r>
                        <a:rPr sz="1088">
                          <a:solidFill>
                            <a:srgbClr val="0F172A"/>
                          </a:solidFill>
                        </a:rPr>
                        <a:t>site / organigrama</a:t>
                      </a:r>
                    </a:p>
                  </a:txBody>
                  <a:tcPr marL="91440" marR="91440" marT="45720" marB="45720"/>
                </a:tc>
                <a:tc>
                  <a:txBody>
                    <a:bodyPr/>
                    <a:lstStyle/>
                    <a:p>
                      <a:r>
                        <a:rPr sz="1088">
                          <a:solidFill>
                            <a:srgbClr val="0F172A"/>
                          </a:solidFill>
                        </a:rPr>
                        <a:t>cadre / contact</a:t>
                      </a:r>
                    </a:p>
                  </a:txBody>
                  <a:tcPr marL="91440" marR="91440" marT="45720" marB="45720"/>
                </a:tc>
                <a:tc>
                  <a:txBody>
                    <a:bodyPr/>
                    <a:lstStyle/>
                    <a:p>
                      <a:r>
                        <a:rPr sz="1088">
                          <a:solidFill>
                            <a:srgbClr val="0F172A"/>
                          </a:solidFill>
                        </a:rPr>
                        <a:t>de verificat</a:t>
                      </a:r>
                    </a:p>
                  </a:txBody>
                  <a:tcPr marL="91440" marR="91440" marT="45720" marB="45720"/>
                </a:tc>
                <a:tc>
                  <a:txBody>
                    <a:bodyPr/>
                    <a:lstStyle/>
                    <a:p>
                      <a:r>
                        <a:rPr sz="1088">
                          <a:solidFill>
                            <a:srgbClr val="0F172A"/>
                          </a:solidFill>
                        </a:rPr>
                        <a:t>medie</a:t>
                      </a:r>
                    </a:p>
                  </a:txBody>
                  <a:tcPr marL="91440" marR="91440" marT="45720" marB="45720"/>
                </a:tc>
              </a:tr>
              <a:tr h="544830">
                <a:tc>
                  <a:txBody>
                    <a:bodyPr/>
                    <a:lstStyle/>
                    <a:p>
                      <a:r>
                        <a:rPr sz="1088">
                          <a:solidFill>
                            <a:srgbClr val="0F172A"/>
                          </a:solidFill>
                        </a:rPr>
                        <a:t>Agentie X</a:t>
                      </a:r>
                    </a:p>
                  </a:txBody>
                  <a:tcPr marL="91440" marR="91440" marT="45720" marB="45720"/>
                </a:tc>
                <a:tc>
                  <a:txBody>
                    <a:bodyPr/>
                    <a:lstStyle/>
                    <a:p>
                      <a:r>
                        <a:rPr sz="1088">
                          <a:solidFill>
                            <a:srgbClr val="0F172A"/>
                          </a:solidFill>
                        </a:rPr>
                        <a:t>cariere.gov.md</a:t>
                      </a:r>
                    </a:p>
                  </a:txBody>
                  <a:tcPr marL="91440" marR="91440" marT="45720" marB="45720"/>
                </a:tc>
                <a:tc>
                  <a:txBody>
                    <a:bodyPr/>
                    <a:lstStyle/>
                    <a:p>
                      <a:r>
                        <a:rPr sz="1088">
                          <a:solidFill>
                            <a:srgbClr val="0F172A"/>
                          </a:solidFill>
                        </a:rPr>
                        <a:t>HR public</a:t>
                      </a:r>
                    </a:p>
                  </a:txBody>
                  <a:tcPr marL="91440" marR="91440" marT="45720" marB="45720"/>
                </a:tc>
                <a:tc>
                  <a:txBody>
                    <a:bodyPr/>
                    <a:lstStyle/>
                    <a:p>
                      <a:r>
                        <a:rPr sz="1088">
                          <a:solidFill>
                            <a:srgbClr val="0F172A"/>
                          </a:solidFill>
                        </a:rPr>
                        <a:t>valid</a:t>
                      </a:r>
                    </a:p>
                  </a:txBody>
                  <a:tcPr marL="91440" marR="91440" marT="45720" marB="45720"/>
                </a:tc>
                <a:tc>
                  <a:txBody>
                    <a:bodyPr/>
                    <a:lstStyle/>
                    <a:p>
                      <a:r>
                        <a:rPr sz="1088">
                          <a:solidFill>
                            <a:srgbClr val="0F172A"/>
                          </a:solidFill>
                        </a:rPr>
                        <a:t>inalta</a:t>
                      </a:r>
                    </a:p>
                  </a:txBody>
                  <a:tcPr marL="91440" marR="91440" marT="45720" marB="45720"/>
                </a:tc>
              </a:tr>
              <a:tr h="544830">
                <a:tc>
                  <a:txBody>
                    <a:bodyPr/>
                    <a:lstStyle/>
                    <a:p>
                      <a:r>
                        <a:rPr sz="1088">
                          <a:solidFill>
                            <a:srgbClr val="0F172A"/>
                          </a:solidFill>
                        </a:rPr>
                        <a:t>Institut Y</a:t>
                      </a:r>
                    </a:p>
                  </a:txBody>
                  <a:tcPr marL="91440" marR="91440" marT="45720" marB="45720"/>
                </a:tc>
                <a:tc>
                  <a:txBody>
                    <a:bodyPr/>
                    <a:lstStyle/>
                    <a:p>
                      <a:r>
                        <a:rPr sz="1088">
                          <a:solidFill>
                            <a:srgbClr val="0F172A"/>
                          </a:solidFill>
                        </a:rPr>
                        <a:t>pagina contact</a:t>
                      </a:r>
                    </a:p>
                  </a:txBody>
                  <a:tcPr marL="91440" marR="91440" marT="45720" marB="45720"/>
                </a:tc>
                <a:tc>
                  <a:txBody>
                    <a:bodyPr/>
                    <a:lstStyle/>
                    <a:p>
                      <a:r>
                        <a:rPr sz="1088">
                          <a:solidFill>
                            <a:srgbClr val="0F172A"/>
                          </a:solidFill>
                        </a:rPr>
                        <a:t>email general</a:t>
                      </a:r>
                    </a:p>
                  </a:txBody>
                  <a:tcPr marL="91440" marR="91440" marT="45720" marB="45720"/>
                </a:tc>
                <a:tc>
                  <a:txBody>
                    <a:bodyPr/>
                    <a:lstStyle/>
                    <a:p>
                      <a:r>
                        <a:rPr sz="1088">
                          <a:solidFill>
                            <a:srgbClr val="0F172A"/>
                          </a:solidFill>
                        </a:rPr>
                        <a:t>valid</a:t>
                      </a:r>
                    </a:p>
                  </a:txBody>
                  <a:tcPr marL="91440" marR="91440" marT="45720" marB="45720"/>
                </a:tc>
                <a:tc>
                  <a:txBody>
                    <a:bodyPr/>
                    <a:lstStyle/>
                    <a:p>
                      <a:r>
                        <a:rPr sz="1088">
                          <a:solidFill>
                            <a:srgbClr val="0F172A"/>
                          </a:solidFill>
                        </a:rPr>
                        <a:t>medie</a:t>
                      </a:r>
                    </a:p>
                  </a:txBody>
                  <a:tcPr marL="91440" marR="91440" marT="45720" marB="45720"/>
                </a:tc>
              </a:tr>
              <a:tr h="544830">
                <a:tc>
                  <a:txBody>
                    <a:bodyPr/>
                    <a:lstStyle/>
                    <a:p>
                      <a:r>
                        <a:rPr sz="1088">
                          <a:solidFill>
                            <a:srgbClr val="0F172A"/>
                          </a:solidFill>
                        </a:rPr>
                        <a:t>Skip</a:t>
                      </a:r>
                    </a:p>
                  </a:txBody>
                  <a:tcPr marL="91440" marR="91440" marT="45720" marB="45720"/>
                </a:tc>
                <a:tc>
                  <a:txBody>
                    <a:bodyPr/>
                    <a:lstStyle/>
                    <a:p>
                      <a:r>
                        <a:rPr sz="1088">
                          <a:solidFill>
                            <a:srgbClr val="0F172A"/>
                          </a:solidFill>
                        </a:rPr>
                        <a:t>login / CAPTCHA</a:t>
                      </a:r>
                    </a:p>
                  </a:txBody>
                  <a:tcPr marL="91440" marR="91440" marT="45720" marB="45720"/>
                </a:tc>
                <a:tc>
                  <a:txBody>
                    <a:bodyPr/>
                    <a:lstStyle/>
                    <a:p>
                      <a:r>
                        <a:rPr sz="1088">
                          <a:solidFill>
                            <a:srgbClr val="0F172A"/>
                          </a:solidFill>
                        </a:rPr>
                        <a:t>-</a:t>
                      </a:r>
                    </a:p>
                  </a:txBody>
                  <a:tcPr marL="91440" marR="91440" marT="45720" marB="45720"/>
                </a:tc>
                <a:tc>
                  <a:txBody>
                    <a:bodyPr/>
                    <a:lstStyle/>
                    <a:p>
                      <a:r>
                        <a:rPr sz="1088">
                          <a:solidFill>
                            <a:srgbClr val="0F172A"/>
                          </a:solidFill>
                        </a:rPr>
                        <a:t>nu colectam</a:t>
                      </a:r>
                    </a:p>
                  </a:txBody>
                  <a:tcPr marL="91440" marR="91440" marT="45720" marB="45720"/>
                </a:tc>
                <a:tc>
                  <a:txBody>
                    <a:bodyPr/>
                    <a:lstStyle/>
                    <a:p>
                      <a:r>
                        <a:rPr sz="1088">
                          <a:solidFill>
                            <a:srgbClr val="0F172A"/>
                          </a:solidFill>
                        </a:rPr>
                        <a:t>zero</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ECA1850F-1775-47CF-8511-251A99559BF5}"/>
              </a:ext>
            </a:extLst>
          </p:cNvPr>
          <p:cNvSpPr>
            <a:spLocks xmlns:a="http://schemas.openxmlformats.org/drawingml/2006/main" noGrp="1"/>
          </p:cNvSpPr>
          <p:nvPr/>
        </p:nvSpPr>
        <p:spPr>
          <a:xfrm xmlns:a="http://schemas.openxmlformats.org/drawingml/2006/main">
            <a:off x="2324100" y="5410200"/>
            <a:ext cx="7543800" cy="4572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9525">
            <a:solidFill>
              <a:srgbClr val="A5B4FC"/>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00" b="1">
                <a:solidFill>
                  <a:srgbClr val="2D52D4"/>
                </a:solidFill>
                <a:latin typeface="Onest"/>
                <a:ea typeface="Onest"/>
                <a:cs typeface="Onest"/>
              </a:defRPr>
            </a:pPr>
            <a:r>
              <a:rPr sz="1500" b="1">
                <a:solidFill>
                  <a:srgbClr val="2D52D4"/>
                </a:solidFill>
                <a:latin typeface="Onest"/>
                <a:ea typeface="Onest"/>
                <a:cs typeface="Onest"/>
              </a:rPr>
              <a:t>Regula: fiecare contact are sursa si data verificarii.</a:t>
            </a:r>
          </a:p>
        </p:txBody>
      </p:sp>
    </p:spTree>
    <p:extLst>
      <p:ext uri="{BB962C8B-B14F-4D97-AF65-F5344CB8AC3E}">
        <p14:creationId xmlns:p14="http://schemas.microsoft.com/office/powerpoint/2010/main" val="2728574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70C676B-3E7E-4527-9154-4AA2C9807AC2}"/>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19 / 30</a:t>
            </a:r>
          </a:p>
        </p:txBody>
      </p:sp>
      <p:sp>
        <p:nvSpPr>
          <p:cNvPr id="2" name="">
            <a:extLst xmlns:a="http://schemas.openxmlformats.org/drawingml/2006/main">
              <a:ext uri="{FF2B5EF4-FFF2-40B4-BE49-F238E27FC236}">
                <a16:creationId xmlns:a16="http://schemas.microsoft.com/office/drawing/2014/main" id="{2EBD6249-951C-4B16-9615-FF8AEF396DDB}"/>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357A97-8B28-4A08-98DD-30A04E517F4B}"/>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ETAPA 2</a:t>
            </a:r>
          </a:p>
        </p:txBody>
      </p:sp>
      <p:sp>
        <p:nvSpPr>
          <p:cNvPr id="4" name="">
            <a:extLst xmlns:a="http://schemas.openxmlformats.org/drawingml/2006/main">
              <a:ext uri="{FF2B5EF4-FFF2-40B4-BE49-F238E27FC236}">
                <a16:creationId xmlns:a16="http://schemas.microsoft.com/office/drawing/2014/main" id="{CECB3409-F059-40E4-B30A-673B9891D4FB}"/>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Scrierea emailurilor merge in paralel</a:t>
            </a:r>
          </a:p>
        </p:txBody>
      </p:sp>
      <p:sp>
        <p:nvSpPr>
          <p:cNvPr id="5" name="">
            <a:extLst xmlns:a="http://schemas.openxmlformats.org/drawingml/2006/main">
              <a:ext uri="{FF2B5EF4-FFF2-40B4-BE49-F238E27FC236}">
                <a16:creationId xmlns:a16="http://schemas.microsoft.com/office/drawing/2014/main" id="{357778B4-F790-4AE3-8706-2DBEA76C4B83}"/>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Fiecare writer lucreaza pe alta institutie, dar toti respecta aceeasi oferta si aceleasi reguli.</a:t>
            </a:r>
          </a:p>
        </p:txBody>
      </p:sp>
      <p:sp>
        <p:nvSpPr>
          <p:cNvPr id="6" name="">
            <a:extLst xmlns:a="http://schemas.openxmlformats.org/drawingml/2006/main">
              <a:ext uri="{FF2B5EF4-FFF2-40B4-BE49-F238E27FC236}">
                <a16:creationId xmlns:a16="http://schemas.microsoft.com/office/drawing/2014/main" id="{97B37D48-F8BE-4430-AD1F-F241E02B4D76}"/>
              </a:ext>
            </a:extLst>
          </p:cNvPr>
          <p:cNvSpPr>
            <a:spLocks xmlns:a="http://schemas.openxmlformats.org/drawingml/2006/main" noGrp="1"/>
          </p:cNvSpPr>
          <p:nvPr/>
        </p:nvSpPr>
        <p:spPr>
          <a:xfrm xmlns:a="http://schemas.openxmlformats.org/drawingml/2006/main">
            <a:off x="914400" y="3257550"/>
            <a:ext cx="1695450" cy="876300"/>
          </a:xfrm>
          <a:prstGeom xmlns:a="http://schemas.openxmlformats.org/drawingml/2006/main" prst="roundRect">
            <a:avLst>
              <a:gd name="adj" fmla="val 15217"/>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800" b="1">
                <a:solidFill>
                  <a:srgbClr val="2D52D4"/>
                </a:solidFill>
                <a:latin typeface="Onest"/>
                <a:ea typeface="Onest"/>
                <a:cs typeface="Onest"/>
              </a:defRPr>
            </a:pPr>
            <a:r>
              <a:rPr sz="1800" b="1">
                <a:solidFill>
                  <a:srgbClr val="2D52D4"/>
                </a:solidFill>
                <a:latin typeface="Onest"/>
                <a:ea typeface="Onest"/>
                <a:cs typeface="Onest"/>
              </a:rPr>
              <a:t>Lead sheet</a:t>
            </a:r>
          </a:p>
        </p:txBody>
      </p:sp>
      <p:sp>
        <p:nvSpPr>
          <p:cNvPr id="7" name="">
            <a:extLst xmlns:a="http://schemas.openxmlformats.org/drawingml/2006/main">
              <a:ext uri="{FF2B5EF4-FFF2-40B4-BE49-F238E27FC236}">
                <a16:creationId xmlns:a16="http://schemas.microsoft.com/office/drawing/2014/main" id="{A5034E78-E450-48F7-B209-5C3B8AB64DBA}"/>
              </a:ext>
            </a:extLst>
          </p:cNvPr>
          <p:cNvSpPr>
            <a:spLocks xmlns:a="http://schemas.openxmlformats.org/drawingml/2006/main" noGrp="1"/>
          </p:cNvSpPr>
          <p:nvPr/>
        </p:nvSpPr>
        <p:spPr>
          <a:xfrm xmlns:a="http://schemas.openxmlformats.org/drawingml/2006/main">
            <a:off x="2838450" y="3486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8" name="">
            <a:extLst xmlns:a="http://schemas.openxmlformats.org/drawingml/2006/main">
              <a:ext uri="{FF2B5EF4-FFF2-40B4-BE49-F238E27FC236}">
                <a16:creationId xmlns:a16="http://schemas.microsoft.com/office/drawing/2014/main" id="{19C88DC8-1B03-45A5-9946-179B561913BD}"/>
              </a:ext>
            </a:extLst>
          </p:cNvPr>
          <p:cNvSpPr>
            <a:spLocks xmlns:a="http://schemas.openxmlformats.org/drawingml/2006/main" noGrp="1"/>
          </p:cNvSpPr>
          <p:nvPr/>
        </p:nvSpPr>
        <p:spPr>
          <a:xfrm xmlns:a="http://schemas.openxmlformats.org/drawingml/2006/main">
            <a:off x="3562350" y="2381250"/>
            <a:ext cx="2571750" cy="590550"/>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writer 1: institutie 1</a:t>
            </a:r>
          </a:p>
        </p:txBody>
      </p:sp>
      <p:sp>
        <p:nvSpPr>
          <p:cNvPr id="9" name="">
            <a:extLst xmlns:a="http://schemas.openxmlformats.org/drawingml/2006/main">
              <a:ext uri="{FF2B5EF4-FFF2-40B4-BE49-F238E27FC236}">
                <a16:creationId xmlns:a16="http://schemas.microsoft.com/office/drawing/2014/main" id="{74460E63-7FC4-4646-8CFB-B8C6B0F41F4B}"/>
              </a:ext>
            </a:extLst>
          </p:cNvPr>
          <p:cNvSpPr>
            <a:spLocks xmlns:a="http://schemas.openxmlformats.org/drawingml/2006/main" noGrp="1"/>
          </p:cNvSpPr>
          <p:nvPr/>
        </p:nvSpPr>
        <p:spPr>
          <a:xfrm xmlns:a="http://schemas.openxmlformats.org/drawingml/2006/main">
            <a:off x="3562350" y="3238500"/>
            <a:ext cx="2571750" cy="590550"/>
          </a:xfrm>
          <a:prstGeom xmlns:a="http://schemas.openxmlformats.org/drawingml/2006/main" prst="roundRect">
            <a:avLst>
              <a:gd name="adj" fmla="val 19355"/>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writer 2: institutie 2</a:t>
            </a:r>
          </a:p>
        </p:txBody>
      </p:sp>
      <p:sp>
        <p:nvSpPr>
          <p:cNvPr id="10" name="">
            <a:extLst xmlns:a="http://schemas.openxmlformats.org/drawingml/2006/main">
              <a:ext uri="{FF2B5EF4-FFF2-40B4-BE49-F238E27FC236}">
                <a16:creationId xmlns:a16="http://schemas.microsoft.com/office/drawing/2014/main" id="{362C25AA-576E-4F75-8436-029499DD1654}"/>
              </a:ext>
            </a:extLst>
          </p:cNvPr>
          <p:cNvSpPr>
            <a:spLocks xmlns:a="http://schemas.openxmlformats.org/drawingml/2006/main" noGrp="1"/>
          </p:cNvSpPr>
          <p:nvPr/>
        </p:nvSpPr>
        <p:spPr>
          <a:xfrm xmlns:a="http://schemas.openxmlformats.org/drawingml/2006/main">
            <a:off x="3562350" y="4095750"/>
            <a:ext cx="2571750" cy="590550"/>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writer 3: institutie 3</a:t>
            </a:r>
          </a:p>
        </p:txBody>
      </p:sp>
      <p:sp>
        <p:nvSpPr>
          <p:cNvPr id="11" name="">
            <a:extLst xmlns:a="http://schemas.openxmlformats.org/drawingml/2006/main">
              <a:ext uri="{FF2B5EF4-FFF2-40B4-BE49-F238E27FC236}">
                <a16:creationId xmlns:a16="http://schemas.microsoft.com/office/drawing/2014/main" id="{BCAA8E01-6CB4-4305-A030-DE9194EE4BB9}"/>
              </a:ext>
            </a:extLst>
          </p:cNvPr>
          <p:cNvSpPr>
            <a:spLocks xmlns:a="http://schemas.openxmlformats.org/drawingml/2006/main" noGrp="1"/>
          </p:cNvSpPr>
          <p:nvPr/>
        </p:nvSpPr>
        <p:spPr>
          <a:xfrm xmlns:a="http://schemas.openxmlformats.org/drawingml/2006/main">
            <a:off x="6381750" y="3486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2" name="">
            <a:extLst xmlns:a="http://schemas.openxmlformats.org/drawingml/2006/main">
              <a:ext uri="{FF2B5EF4-FFF2-40B4-BE49-F238E27FC236}">
                <a16:creationId xmlns:a16="http://schemas.microsoft.com/office/drawing/2014/main" id="{24DCA6A6-BB84-4D19-95C5-A080BCD956E3}"/>
              </a:ext>
            </a:extLst>
          </p:cNvPr>
          <p:cNvSpPr>
            <a:spLocks xmlns:a="http://schemas.openxmlformats.org/drawingml/2006/main" noGrp="1"/>
          </p:cNvSpPr>
          <p:nvPr/>
        </p:nvSpPr>
        <p:spPr>
          <a:xfrm xmlns:a="http://schemas.openxmlformats.org/drawingml/2006/main">
            <a:off x="7124700" y="2952750"/>
            <a:ext cx="1847850" cy="1466850"/>
          </a:xfrm>
          <a:prstGeom xmlns:a="http://schemas.openxmlformats.org/drawingml/2006/main" prst="roundRect">
            <a:avLst>
              <a:gd name="adj" fmla="val 9091"/>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15803D"/>
                </a:solidFill>
                <a:latin typeface="Onest"/>
                <a:ea typeface="Onest"/>
                <a:cs typeface="Onest"/>
              </a:defRPr>
            </a:pPr>
            <a:r>
              <a:rPr sz="1575" b="1">
                <a:solidFill>
                  <a:srgbClr val="15803D"/>
                </a:solidFill>
                <a:latin typeface="Onest"/>
                <a:ea typeface="Onest"/>
                <a:cs typeface="Onest"/>
              </a:rPr>
              <a:t>Drafturi</a:t>
            </a:r>
          </a:p>
          <a:p xmlns:a="http://schemas.openxmlformats.org/drawingml/2006/main">
            <a:pPr algn="ctr">
              <a:lnSpc>
                <a:spcPct val="105000"/>
              </a:lnSpc>
              <a:buNone/>
              <a:defRPr sz="1575" b="1">
                <a:solidFill>
                  <a:srgbClr val="15803D"/>
                </a:solidFill>
                <a:latin typeface="Onest"/>
                <a:ea typeface="Onest"/>
                <a:cs typeface="Onest"/>
              </a:defRPr>
            </a:pPr>
            <a:r>
              <a:rPr sz="1575" b="1">
                <a:solidFill>
                  <a:srgbClr val="15803D"/>
                </a:solidFill>
                <a:latin typeface="Onest"/>
                <a:ea typeface="Onest"/>
                <a:cs typeface="Onest"/>
              </a:rPr>
              <a:t>personalizate</a:t>
            </a:r>
          </a:p>
        </p:txBody>
      </p:sp>
      <p:sp>
        <p:nvSpPr>
          <p:cNvPr id="13" name="">
            <a:extLst xmlns:a="http://schemas.openxmlformats.org/drawingml/2006/main">
              <a:ext uri="{FF2B5EF4-FFF2-40B4-BE49-F238E27FC236}">
                <a16:creationId xmlns:a16="http://schemas.microsoft.com/office/drawing/2014/main" id="{D7212F18-1ADC-4379-842B-17BDBDD42CBF}"/>
              </a:ext>
            </a:extLst>
          </p:cNvPr>
          <p:cNvSpPr>
            <a:spLocks xmlns:a="http://schemas.openxmlformats.org/drawingml/2006/main" noGrp="1"/>
          </p:cNvSpPr>
          <p:nvPr/>
        </p:nvSpPr>
        <p:spPr>
          <a:xfrm xmlns:a="http://schemas.openxmlformats.org/drawingml/2006/main">
            <a:off x="9163050" y="3486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4" name="">
            <a:extLst xmlns:a="http://schemas.openxmlformats.org/drawingml/2006/main">
              <a:ext uri="{FF2B5EF4-FFF2-40B4-BE49-F238E27FC236}">
                <a16:creationId xmlns:a16="http://schemas.microsoft.com/office/drawing/2014/main" id="{F42FE54B-76A7-4E8E-B0B5-8E49BF33AF48}"/>
              </a:ext>
            </a:extLst>
          </p:cNvPr>
          <p:cNvSpPr>
            <a:spLocks xmlns:a="http://schemas.openxmlformats.org/drawingml/2006/main" noGrp="1"/>
          </p:cNvSpPr>
          <p:nvPr/>
        </p:nvSpPr>
        <p:spPr>
          <a:xfrm xmlns:a="http://schemas.openxmlformats.org/drawingml/2006/main">
            <a:off x="9810750" y="2952750"/>
            <a:ext cx="1581150" cy="1466850"/>
          </a:xfrm>
          <a:prstGeom xmlns:a="http://schemas.openxmlformats.org/drawingml/2006/main" prst="roundRect">
            <a:avLst>
              <a:gd name="adj" fmla="val 9091"/>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2025" b="1">
                <a:solidFill>
                  <a:srgbClr val="FFFFFF"/>
                </a:solidFill>
                <a:latin typeface="Onest"/>
                <a:ea typeface="Onest"/>
                <a:cs typeface="Onest"/>
              </a:defRPr>
            </a:pPr>
            <a:r>
              <a:rPr sz="2025" b="1">
                <a:solidFill>
                  <a:srgbClr val="FFFFFF"/>
                </a:solidFill>
                <a:latin typeface="Onest"/>
                <a:ea typeface="Onest"/>
                <a:cs typeface="Onest"/>
              </a:rPr>
              <a:t>QA</a:t>
            </a:r>
          </a:p>
          <a:p xmlns:a="http://schemas.openxmlformats.org/drawingml/2006/main">
            <a:pPr algn="ctr">
              <a:lnSpc>
                <a:spcPct val="105000"/>
              </a:lnSpc>
              <a:buNone/>
              <a:defRPr sz="2025" b="1">
                <a:solidFill>
                  <a:srgbClr val="FFFFFF"/>
                </a:solidFill>
                <a:latin typeface="Onest"/>
                <a:ea typeface="Onest"/>
                <a:cs typeface="Onest"/>
              </a:defRPr>
            </a:pPr>
            <a:r>
              <a:rPr sz="2025" b="1">
                <a:solidFill>
                  <a:srgbClr val="FFFFFF"/>
                </a:solidFill>
                <a:latin typeface="Onest"/>
                <a:ea typeface="Onest"/>
                <a:cs typeface="Onest"/>
              </a:rPr>
              <a:t>queue</a:t>
            </a:r>
          </a:p>
        </p:txBody>
      </p:sp>
      <p:sp>
        <p:nvSpPr>
          <p:cNvPr id="15" name="">
            <a:extLst xmlns:a="http://schemas.openxmlformats.org/drawingml/2006/main">
              <a:ext uri="{FF2B5EF4-FFF2-40B4-BE49-F238E27FC236}">
                <a16:creationId xmlns:a16="http://schemas.microsoft.com/office/drawing/2014/main" id="{90010193-3BC4-43AE-BC04-2386D364858A}"/>
              </a:ext>
            </a:extLst>
          </p:cNvPr>
          <p:cNvSpPr>
            <a:spLocks xmlns:a="http://schemas.openxmlformats.org/drawingml/2006/main" noGrp="1"/>
          </p:cNvSpPr>
          <p:nvPr/>
        </p:nvSpPr>
        <p:spPr>
          <a:xfrm xmlns:a="http://schemas.openxmlformats.org/drawingml/2006/main">
            <a:off x="2628900" y="5334000"/>
            <a:ext cx="6934200" cy="476250"/>
          </a:xfrm>
          <a:prstGeom xmlns:a="http://schemas.openxmlformats.org/drawingml/2006/main" prst="roundRect">
            <a:avLst>
              <a:gd name="adj" fmla="val 240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Reguli writer: nu inventa, personalizeaza argumentul, include opt-out.</a:t>
            </a:r>
          </a:p>
        </p:txBody>
      </p:sp>
    </p:spTree>
    <p:extLst>
      <p:ext uri="{BB962C8B-B14F-4D97-AF65-F5344CB8AC3E}">
        <p14:creationId xmlns:p14="http://schemas.microsoft.com/office/powerpoint/2010/main" val="13867410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EAB79B-3E26-4C35-85D2-F2B83AF17EBB}"/>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20 / 30</a:t>
            </a:r>
          </a:p>
        </p:txBody>
      </p:sp>
      <p:sp>
        <p:nvSpPr>
          <p:cNvPr id="2" name="">
            <a:extLst xmlns:a="http://schemas.openxmlformats.org/drawingml/2006/main">
              <a:ext uri="{FF2B5EF4-FFF2-40B4-BE49-F238E27FC236}">
                <a16:creationId xmlns:a16="http://schemas.microsoft.com/office/drawing/2014/main" id="{7C62F8F4-A775-4BB1-B9BC-02D14A01EB41}"/>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8676B4-9809-4572-A251-200D5CAFF676}"/>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ETAPA 2B</a:t>
            </a:r>
          </a:p>
        </p:txBody>
      </p:sp>
      <p:sp>
        <p:nvSpPr>
          <p:cNvPr id="4" name="">
            <a:extLst xmlns:a="http://schemas.openxmlformats.org/drawingml/2006/main">
              <a:ext uri="{FF2B5EF4-FFF2-40B4-BE49-F238E27FC236}">
                <a16:creationId xmlns:a16="http://schemas.microsoft.com/office/drawing/2014/main" id="{7AFF40CF-2235-4AA8-8DBF-319BA1986937}"/>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Testele pornesc inainte sa termini harvesting-ul</a:t>
            </a:r>
          </a:p>
        </p:txBody>
      </p:sp>
      <p:sp>
        <p:nvSpPr>
          <p:cNvPr id="5" name="">
            <a:extLst xmlns:a="http://schemas.openxmlformats.org/drawingml/2006/main">
              <a:ext uri="{FF2B5EF4-FFF2-40B4-BE49-F238E27FC236}">
                <a16:creationId xmlns:a16="http://schemas.microsoft.com/office/drawing/2014/main" id="{5CA6C41C-5E75-431B-88C8-B757C325335F}"/>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 astepti finalul ca sa afli ca domeniul, formatarea sau linkurile sunt stricate.</a:t>
            </a:r>
          </a:p>
        </p:txBody>
      </p:sp>
      <p:sp>
        <p:nvSpPr>
          <p:cNvPr id="6" name="">
            <a:extLst xmlns:a="http://schemas.openxmlformats.org/drawingml/2006/main">
              <a:ext uri="{FF2B5EF4-FFF2-40B4-BE49-F238E27FC236}">
                <a16:creationId xmlns:a16="http://schemas.microsoft.com/office/drawing/2014/main" id="{5C6291E5-C1A6-48BE-B0EC-75176257BA98}"/>
              </a:ext>
            </a:extLst>
          </p:cNvPr>
          <p:cNvSpPr>
            <a:spLocks xmlns:a="http://schemas.openxmlformats.org/drawingml/2006/main" noGrp="1"/>
          </p:cNvSpPr>
          <p:nvPr/>
        </p:nvSpPr>
        <p:spPr>
          <a:xfrm xmlns:a="http://schemas.openxmlformats.org/drawingml/2006/main">
            <a:off x="1143000" y="2933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2D52D4"/>
                </a:solidFill>
                <a:latin typeface="Onest"/>
                <a:ea typeface="Onest"/>
                <a:cs typeface="Onest"/>
              </a:defRPr>
            </a:pPr>
            <a:r>
              <a:rPr sz="1650" b="1" i="0">
                <a:solidFill>
                  <a:srgbClr val="2D52D4"/>
                </a:solidFill>
                <a:latin typeface="Onest"/>
                <a:ea typeface="Onest"/>
                <a:cs typeface="Onest"/>
              </a:rPr>
              <a:t>Harvesting continua</a:t>
            </a:r>
          </a:p>
        </p:txBody>
      </p:sp>
      <p:sp>
        <p:nvSpPr>
          <p:cNvPr id="7" name="">
            <a:extLst xmlns:a="http://schemas.openxmlformats.org/drawingml/2006/main">
              <a:ext uri="{FF2B5EF4-FFF2-40B4-BE49-F238E27FC236}">
                <a16:creationId xmlns:a16="http://schemas.microsoft.com/office/drawing/2014/main" id="{8B8B898F-6783-4796-B329-5F1BFA36EF00}"/>
              </a:ext>
            </a:extLst>
          </p:cNvPr>
          <p:cNvSpPr>
            <a:spLocks xmlns:a="http://schemas.openxmlformats.org/drawingml/2006/main" noGrp="1"/>
          </p:cNvSpPr>
          <p:nvPr/>
        </p:nvSpPr>
        <p:spPr>
          <a:xfrm xmlns:a="http://schemas.openxmlformats.org/drawingml/2006/main">
            <a:off x="3733800" y="2724150"/>
            <a:ext cx="1524000" cy="685800"/>
          </a:xfrm>
          <a:prstGeom xmlns:a="http://schemas.openxmlformats.org/drawingml/2006/main" prst="roundRect">
            <a:avLst>
              <a:gd name="adj" fmla="val 19444"/>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surse</a:t>
            </a:r>
          </a:p>
        </p:txBody>
      </p:sp>
      <p:sp>
        <p:nvSpPr>
          <p:cNvPr id="8" name="">
            <a:extLst xmlns:a="http://schemas.openxmlformats.org/drawingml/2006/main">
              <a:ext uri="{FF2B5EF4-FFF2-40B4-BE49-F238E27FC236}">
                <a16:creationId xmlns:a16="http://schemas.microsoft.com/office/drawing/2014/main" id="{4EE582DA-28B8-4C15-AB13-B5DBA4DC33B0}"/>
              </a:ext>
            </a:extLst>
          </p:cNvPr>
          <p:cNvSpPr>
            <a:spLocks xmlns:a="http://schemas.openxmlformats.org/drawingml/2006/main" noGrp="1"/>
          </p:cNvSpPr>
          <p:nvPr/>
        </p:nvSpPr>
        <p:spPr>
          <a:xfrm xmlns:a="http://schemas.openxmlformats.org/drawingml/2006/main">
            <a:off x="5353050" y="28956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9" name="">
            <a:extLst xmlns:a="http://schemas.openxmlformats.org/drawingml/2006/main">
              <a:ext uri="{FF2B5EF4-FFF2-40B4-BE49-F238E27FC236}">
                <a16:creationId xmlns:a16="http://schemas.microsoft.com/office/drawing/2014/main" id="{3948FD81-AFFA-4CDD-8512-B25309174AD1}"/>
              </a:ext>
            </a:extLst>
          </p:cNvPr>
          <p:cNvSpPr>
            <a:spLocks xmlns:a="http://schemas.openxmlformats.org/drawingml/2006/main" noGrp="1"/>
          </p:cNvSpPr>
          <p:nvPr/>
        </p:nvSpPr>
        <p:spPr>
          <a:xfrm xmlns:a="http://schemas.openxmlformats.org/drawingml/2006/main">
            <a:off x="5905500" y="2724150"/>
            <a:ext cx="1524000" cy="685800"/>
          </a:xfrm>
          <a:prstGeom xmlns:a="http://schemas.openxmlformats.org/drawingml/2006/main" prst="roundRect">
            <a:avLst>
              <a:gd name="adj" fmla="val 19444"/>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verificare</a:t>
            </a:r>
          </a:p>
        </p:txBody>
      </p:sp>
      <p:sp>
        <p:nvSpPr>
          <p:cNvPr id="10" name="">
            <a:extLst xmlns:a="http://schemas.openxmlformats.org/drawingml/2006/main">
              <a:ext uri="{FF2B5EF4-FFF2-40B4-BE49-F238E27FC236}">
                <a16:creationId xmlns:a16="http://schemas.microsoft.com/office/drawing/2014/main" id="{838D0F14-ED80-4907-B805-FCCEF058CB2E}"/>
              </a:ext>
            </a:extLst>
          </p:cNvPr>
          <p:cNvSpPr>
            <a:spLocks xmlns:a="http://schemas.openxmlformats.org/drawingml/2006/main" noGrp="1"/>
          </p:cNvSpPr>
          <p:nvPr/>
        </p:nvSpPr>
        <p:spPr>
          <a:xfrm xmlns:a="http://schemas.openxmlformats.org/drawingml/2006/main">
            <a:off x="7524750" y="28956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1" name="">
            <a:extLst xmlns:a="http://schemas.openxmlformats.org/drawingml/2006/main">
              <a:ext uri="{FF2B5EF4-FFF2-40B4-BE49-F238E27FC236}">
                <a16:creationId xmlns:a16="http://schemas.microsoft.com/office/drawing/2014/main" id="{B1B8E58D-16D3-48B8-B0A3-5B1387696BB6}"/>
              </a:ext>
            </a:extLst>
          </p:cNvPr>
          <p:cNvSpPr>
            <a:spLocks xmlns:a="http://schemas.openxmlformats.org/drawingml/2006/main" noGrp="1"/>
          </p:cNvSpPr>
          <p:nvPr/>
        </p:nvSpPr>
        <p:spPr>
          <a:xfrm xmlns:a="http://schemas.openxmlformats.org/drawingml/2006/main">
            <a:off x="8077200" y="2724150"/>
            <a:ext cx="1524000" cy="685800"/>
          </a:xfrm>
          <a:prstGeom xmlns:a="http://schemas.openxmlformats.org/drawingml/2006/main" prst="roundRect">
            <a:avLst>
              <a:gd name="adj" fmla="val 19444"/>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lead sheet</a:t>
            </a:r>
          </a:p>
        </p:txBody>
      </p:sp>
      <p:sp>
        <p:nvSpPr>
          <p:cNvPr id="12" name="">
            <a:extLst xmlns:a="http://schemas.openxmlformats.org/drawingml/2006/main">
              <a:ext uri="{FF2B5EF4-FFF2-40B4-BE49-F238E27FC236}">
                <a16:creationId xmlns:a16="http://schemas.microsoft.com/office/drawing/2014/main" id="{0825BB57-CF08-4637-876D-1406A0ABB4F1}"/>
              </a:ext>
            </a:extLst>
          </p:cNvPr>
          <p:cNvSpPr>
            <a:spLocks xmlns:a="http://schemas.openxmlformats.org/drawingml/2006/main" noGrp="1"/>
          </p:cNvSpPr>
          <p:nvPr/>
        </p:nvSpPr>
        <p:spPr>
          <a:xfrm xmlns:a="http://schemas.openxmlformats.org/drawingml/2006/main">
            <a:off x="1143000" y="4286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5803D"/>
                </a:solidFill>
                <a:latin typeface="Onest"/>
                <a:ea typeface="Onest"/>
                <a:cs typeface="Onest"/>
              </a:defRPr>
            </a:pPr>
            <a:r>
              <a:rPr sz="1650" b="1" i="0">
                <a:solidFill>
                  <a:srgbClr val="15803D"/>
                </a:solidFill>
                <a:latin typeface="Onest"/>
                <a:ea typeface="Onest"/>
                <a:cs typeface="Onest"/>
              </a:rPr>
              <a:t>Test sending</a:t>
            </a:r>
          </a:p>
        </p:txBody>
      </p:sp>
      <p:sp>
        <p:nvSpPr>
          <p:cNvPr id="13" name="">
            <a:extLst xmlns:a="http://schemas.openxmlformats.org/drawingml/2006/main">
              <a:ext uri="{FF2B5EF4-FFF2-40B4-BE49-F238E27FC236}">
                <a16:creationId xmlns:a16="http://schemas.microsoft.com/office/drawing/2014/main" id="{62C33561-9303-4261-ADE0-C5208BE09746}"/>
              </a:ext>
            </a:extLst>
          </p:cNvPr>
          <p:cNvSpPr>
            <a:spLocks xmlns:a="http://schemas.openxmlformats.org/drawingml/2006/main" noGrp="1"/>
          </p:cNvSpPr>
          <p:nvPr/>
        </p:nvSpPr>
        <p:spPr>
          <a:xfrm xmlns:a="http://schemas.openxmlformats.org/drawingml/2006/main">
            <a:off x="3733800" y="4076700"/>
            <a:ext cx="1524000" cy="685800"/>
          </a:xfrm>
          <a:prstGeom xmlns:a="http://schemas.openxmlformats.org/drawingml/2006/main" prst="roundRect">
            <a:avLst>
              <a:gd name="adj" fmla="val 19444"/>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subiect</a:t>
            </a:r>
          </a:p>
        </p:txBody>
      </p:sp>
      <p:sp>
        <p:nvSpPr>
          <p:cNvPr id="14" name="">
            <a:extLst xmlns:a="http://schemas.openxmlformats.org/drawingml/2006/main">
              <a:ext uri="{FF2B5EF4-FFF2-40B4-BE49-F238E27FC236}">
                <a16:creationId xmlns:a16="http://schemas.microsoft.com/office/drawing/2014/main" id="{D3F50B7E-D500-4F0E-A992-EE1FE63737CF}"/>
              </a:ext>
            </a:extLst>
          </p:cNvPr>
          <p:cNvSpPr>
            <a:spLocks xmlns:a="http://schemas.openxmlformats.org/drawingml/2006/main" noGrp="1"/>
          </p:cNvSpPr>
          <p:nvPr/>
        </p:nvSpPr>
        <p:spPr>
          <a:xfrm xmlns:a="http://schemas.openxmlformats.org/drawingml/2006/main">
            <a:off x="5353050" y="4248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5" name="">
            <a:extLst xmlns:a="http://schemas.openxmlformats.org/drawingml/2006/main">
              <a:ext uri="{FF2B5EF4-FFF2-40B4-BE49-F238E27FC236}">
                <a16:creationId xmlns:a16="http://schemas.microsoft.com/office/drawing/2014/main" id="{C9D1827C-3E92-41A9-9D4F-B55105AC2B7C}"/>
              </a:ext>
            </a:extLst>
          </p:cNvPr>
          <p:cNvSpPr>
            <a:spLocks xmlns:a="http://schemas.openxmlformats.org/drawingml/2006/main" noGrp="1"/>
          </p:cNvSpPr>
          <p:nvPr/>
        </p:nvSpPr>
        <p:spPr>
          <a:xfrm xmlns:a="http://schemas.openxmlformats.org/drawingml/2006/main">
            <a:off x="5905500" y="4076700"/>
            <a:ext cx="1524000" cy="685800"/>
          </a:xfrm>
          <a:prstGeom xmlns:a="http://schemas.openxmlformats.org/drawingml/2006/main" prst="roundRect">
            <a:avLst>
              <a:gd name="adj" fmla="val 19444"/>
            </a:avLst>
          </a:prstGeom>
          <a:solidFill xmlns:a="http://schemas.openxmlformats.org/drawingml/2006/main">
            <a:srgbClr val="FCE7F3"/>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format</a:t>
            </a:r>
          </a:p>
        </p:txBody>
      </p:sp>
      <p:sp>
        <p:nvSpPr>
          <p:cNvPr id="16" name="">
            <a:extLst xmlns:a="http://schemas.openxmlformats.org/drawingml/2006/main">
              <a:ext uri="{FF2B5EF4-FFF2-40B4-BE49-F238E27FC236}">
                <a16:creationId xmlns:a16="http://schemas.microsoft.com/office/drawing/2014/main" id="{B953BD48-77FD-4129-97D7-E3B261E91315}"/>
              </a:ext>
            </a:extLst>
          </p:cNvPr>
          <p:cNvSpPr>
            <a:spLocks xmlns:a="http://schemas.openxmlformats.org/drawingml/2006/main" noGrp="1"/>
          </p:cNvSpPr>
          <p:nvPr/>
        </p:nvSpPr>
        <p:spPr>
          <a:xfrm xmlns:a="http://schemas.openxmlformats.org/drawingml/2006/main">
            <a:off x="7524750" y="4248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100" b="1" i="0">
                <a:solidFill>
                  <a:srgbClr val="2D52D4"/>
                </a:solidFill>
                <a:latin typeface="Onest"/>
                <a:ea typeface="Onest"/>
                <a:cs typeface="Onest"/>
              </a:defRPr>
            </a:pPr>
            <a:r>
              <a:rPr sz="2100" b="1" i="0">
                <a:solidFill>
                  <a:srgbClr val="2D52D4"/>
                </a:solidFill>
                <a:latin typeface="Onest"/>
                <a:ea typeface="Onest"/>
                <a:cs typeface="Onest"/>
              </a:rPr>
              <a:t>-&gt;</a:t>
            </a:r>
          </a:p>
        </p:txBody>
      </p:sp>
      <p:sp>
        <p:nvSpPr>
          <p:cNvPr id="17" name="">
            <a:extLst xmlns:a="http://schemas.openxmlformats.org/drawingml/2006/main">
              <a:ext uri="{FF2B5EF4-FFF2-40B4-BE49-F238E27FC236}">
                <a16:creationId xmlns:a16="http://schemas.microsoft.com/office/drawing/2014/main" id="{59405128-DA35-43CA-AFFC-781D349B8802}"/>
              </a:ext>
            </a:extLst>
          </p:cNvPr>
          <p:cNvSpPr>
            <a:spLocks xmlns:a="http://schemas.openxmlformats.org/drawingml/2006/main" noGrp="1"/>
          </p:cNvSpPr>
          <p:nvPr/>
        </p:nvSpPr>
        <p:spPr>
          <a:xfrm xmlns:a="http://schemas.openxmlformats.org/drawingml/2006/main">
            <a:off x="8077200" y="4076700"/>
            <a:ext cx="1524000" cy="685800"/>
          </a:xfrm>
          <a:prstGeom xmlns:a="http://schemas.openxmlformats.org/drawingml/2006/main" prst="roundRect">
            <a:avLst>
              <a:gd name="adj" fmla="val 19444"/>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425" b="1">
                <a:solidFill>
                  <a:srgbClr val="0F172A"/>
                </a:solidFill>
                <a:latin typeface="Onest"/>
                <a:ea typeface="Onest"/>
                <a:cs typeface="Onest"/>
              </a:defRPr>
            </a:pPr>
            <a:r>
              <a:rPr sz="1425" b="1">
                <a:solidFill>
                  <a:srgbClr val="0F172A"/>
                </a:solidFill>
                <a:latin typeface="Onest"/>
                <a:ea typeface="Onest"/>
                <a:cs typeface="Onest"/>
              </a:rPr>
              <a:t>linkuri</a:t>
            </a:r>
          </a:p>
        </p:txBody>
      </p:sp>
      <p:sp>
        <p:nvSpPr>
          <p:cNvPr id="18" name="">
            <a:extLst xmlns:a="http://schemas.openxmlformats.org/drawingml/2006/main">
              <a:ext uri="{FF2B5EF4-FFF2-40B4-BE49-F238E27FC236}">
                <a16:creationId xmlns:a16="http://schemas.microsoft.com/office/drawing/2014/main" id="{F516C927-1E8E-4D57-8A96-6C5EB93836DE}"/>
              </a:ext>
            </a:extLst>
          </p:cNvPr>
          <p:cNvSpPr>
            <a:spLocks xmlns:a="http://schemas.openxmlformats.org/drawingml/2006/main" noGrp="1"/>
          </p:cNvSpPr>
          <p:nvPr/>
        </p:nvSpPr>
        <p:spPr>
          <a:xfrm xmlns:a="http://schemas.openxmlformats.org/drawingml/2006/main">
            <a:off x="3162300" y="5505450"/>
            <a:ext cx="5867400" cy="457200"/>
          </a:xfrm>
          <a:prstGeom xmlns:a="http://schemas.openxmlformats.org/drawingml/2006/main" prst="roundRect">
            <a:avLst>
              <a:gd name="adj" fmla="val 25000"/>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650" b="1">
                <a:solidFill>
                  <a:srgbClr val="FFFFFF"/>
                </a:solidFill>
                <a:latin typeface="Onest"/>
                <a:ea typeface="Onest"/>
                <a:cs typeface="Onest"/>
              </a:defRPr>
            </a:pPr>
            <a:r>
              <a:rPr sz="1650" b="1">
                <a:solidFill>
                  <a:srgbClr val="FFFFFF"/>
                </a:solidFill>
                <a:latin typeface="Onest"/>
                <a:ea typeface="Onest"/>
                <a:cs typeface="Onest"/>
              </a:rPr>
              <a:t>Agentul strange date. Tu testezi infrastructura.</a:t>
            </a:r>
          </a:p>
        </p:txBody>
      </p:sp>
    </p:spTree>
    <p:extLst>
      <p:ext uri="{BB962C8B-B14F-4D97-AF65-F5344CB8AC3E}">
        <p14:creationId xmlns:p14="http://schemas.microsoft.com/office/powerpoint/2010/main" val="7987180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7277E7E-2B8B-48F5-99F4-73DFB3BB7FB8}"/>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21 / 30</a:t>
            </a:r>
          </a:p>
        </p:txBody>
      </p:sp>
      <p:sp>
        <p:nvSpPr>
          <p:cNvPr id="2" name="">
            <a:extLst xmlns:a="http://schemas.openxmlformats.org/drawingml/2006/main">
              <a:ext uri="{FF2B5EF4-FFF2-40B4-BE49-F238E27FC236}">
                <a16:creationId xmlns:a16="http://schemas.microsoft.com/office/drawing/2014/main" id="{FFE0EFAB-AE42-4B54-88C0-4ADC4748FFD1}"/>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A47104-8E8E-4531-875E-C92ABB01E324}"/>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ETAPA 3</a:t>
            </a:r>
          </a:p>
        </p:txBody>
      </p:sp>
      <p:sp>
        <p:nvSpPr>
          <p:cNvPr id="4" name="">
            <a:extLst xmlns:a="http://schemas.openxmlformats.org/drawingml/2006/main">
              <a:ext uri="{FF2B5EF4-FFF2-40B4-BE49-F238E27FC236}">
                <a16:creationId xmlns:a16="http://schemas.microsoft.com/office/drawing/2014/main" id="{EB82AD38-8F34-4946-A72E-056A7C2E333D}"/>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Trimiterea controlata este parte din design</a:t>
            </a:r>
          </a:p>
        </p:txBody>
      </p:sp>
      <p:sp>
        <p:nvSpPr>
          <p:cNvPr id="5" name="">
            <a:extLst xmlns:a="http://schemas.openxmlformats.org/drawingml/2006/main">
              <a:ext uri="{FF2B5EF4-FFF2-40B4-BE49-F238E27FC236}">
                <a16:creationId xmlns:a16="http://schemas.microsoft.com/office/drawing/2014/main" id="{4D69209C-38CB-4F6B-BF4D-DBBE765F1483}"/>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Providerul, domeniul si limitele nu sunt detalii tehnice. Sunt infrastructura campaniei.</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1400ff9b8a5400e"/>
          <a:stretch xmlns:a="http://schemas.openxmlformats.org/drawingml/2006/main"/>
        </p:blipFill>
        <p:spPr>
          <a:xfrm xmlns:a="http://schemas.openxmlformats.org/drawingml/2006/main">
            <a:off x="10287000" y="914400"/>
            <a:ext cx="361950" cy="361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18E5F99-97AF-4C89-B78F-1E1D7BA932A2}"/>
              </a:ext>
            </a:extLst>
          </p:cNvPr>
          <p:cNvSpPr>
            <a:spLocks xmlns:a="http://schemas.openxmlformats.org/drawingml/2006/main" noGrp="1"/>
          </p:cNvSpPr>
          <p:nvPr/>
        </p:nvSpPr>
        <p:spPr>
          <a:xfrm xmlns:a="http://schemas.openxmlformats.org/drawingml/2006/main">
            <a:off x="10725150" y="9906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0F172A"/>
                </a:solidFill>
                <a:latin typeface="Onest"/>
                <a:ea typeface="Onest"/>
                <a:cs typeface="Onest"/>
              </a:defRPr>
            </a:pPr>
            <a:r>
              <a:rPr sz="1125" b="1" i="0">
                <a:solidFill>
                  <a:srgbClr val="0F172A"/>
                </a:solidFill>
                <a:latin typeface="Onest"/>
                <a:ea typeface="Onest"/>
                <a:cs typeface="Onest"/>
              </a:rPr>
              <a:t>RESEND</a:t>
            </a:r>
          </a:p>
        </p:txBody>
      </p:sp>
      <p:sp>
        <p:nvSpPr>
          <p:cNvPr id="8" name="">
            <a:extLst xmlns:a="http://schemas.openxmlformats.org/drawingml/2006/main">
              <a:ext uri="{FF2B5EF4-FFF2-40B4-BE49-F238E27FC236}">
                <a16:creationId xmlns:a16="http://schemas.microsoft.com/office/drawing/2014/main" id="{130F6A2A-BF4C-4100-9639-AE7D988A0E5B}"/>
              </a:ext>
            </a:extLst>
          </p:cNvPr>
          <p:cNvSpPr>
            <a:spLocks xmlns:a="http://schemas.openxmlformats.org/drawingml/2006/main" noGrp="1"/>
          </p:cNvSpPr>
          <p:nvPr/>
        </p:nvSpPr>
        <p:spPr>
          <a:xfrm xmlns:a="http://schemas.openxmlformats.org/drawingml/2006/main">
            <a:off x="1066800" y="24574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Limite de capacitate pe Free plan</a:t>
            </a:r>
          </a:p>
        </p:txBody>
      </p:sp>
      <p:sp>
        <p:nvSpPr>
          <p:cNvPr id="9" name="">
            <a:extLst xmlns:a="http://schemas.openxmlformats.org/drawingml/2006/main">
              <a:ext uri="{FF2B5EF4-FFF2-40B4-BE49-F238E27FC236}">
                <a16:creationId xmlns:a16="http://schemas.microsoft.com/office/drawing/2014/main" id="{F2241928-4207-4F42-8A6F-DF85FF2D7E61}"/>
              </a:ext>
            </a:extLst>
          </p:cNvPr>
          <p:cNvSpPr>
            <a:spLocks xmlns:a="http://schemas.openxmlformats.org/drawingml/2006/main" noGrp="1"/>
          </p:cNvSpPr>
          <p:nvPr/>
        </p:nvSpPr>
        <p:spPr>
          <a:xfrm xmlns:a="http://schemas.openxmlformats.org/drawingml/2006/main">
            <a:off x="1066800" y="31432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Zi</a:t>
            </a:r>
          </a:p>
        </p:txBody>
      </p:sp>
      <p:sp>
        <p:nvSpPr>
          <p:cNvPr id="10" name="">
            <a:extLst xmlns:a="http://schemas.openxmlformats.org/drawingml/2006/main">
              <a:ext uri="{FF2B5EF4-FFF2-40B4-BE49-F238E27FC236}">
                <a16:creationId xmlns:a16="http://schemas.microsoft.com/office/drawing/2014/main" id="{5F77C2FA-28FC-4483-8C70-2BAB861F6284}"/>
              </a:ext>
            </a:extLst>
          </p:cNvPr>
          <p:cNvSpPr>
            <a:spLocks xmlns:a="http://schemas.openxmlformats.org/drawingml/2006/main" noGrp="1"/>
          </p:cNvSpPr>
          <p:nvPr/>
        </p:nvSpPr>
        <p:spPr>
          <a:xfrm xmlns:a="http://schemas.openxmlformats.org/drawingml/2006/main">
            <a:off x="2343150" y="3048000"/>
            <a:ext cx="1257300" cy="400050"/>
          </a:xfrm>
          <a:prstGeom xmlns:a="http://schemas.openxmlformats.org/drawingml/2006/main" prst="roundRect">
            <a:avLst>
              <a:gd name="adj" fmla="val 19048"/>
            </a:avLst>
          </a:prstGeom>
          <a:solidFill xmlns:a="http://schemas.openxmlformats.org/drawingml/2006/main">
            <a:srgbClr val="5B7CF7"/>
          </a:solidFill>
          <a:ln xmlns:a="http://schemas.openxmlformats.org/drawingml/2006/main" w="9525">
            <a:solidFill>
              <a:srgbClr val="5B7CF7"/>
            </a:solidFill>
            <a:prstDash val="solid"/>
          </a:ln>
        </p:spPr>
      </p:sp>
      <p:sp>
        <p:nvSpPr>
          <p:cNvPr id="11" name="">
            <a:extLst xmlns:a="http://schemas.openxmlformats.org/drawingml/2006/main">
              <a:ext uri="{FF2B5EF4-FFF2-40B4-BE49-F238E27FC236}">
                <a16:creationId xmlns:a16="http://schemas.microsoft.com/office/drawing/2014/main" id="{78A71ACC-4CB4-4C22-8966-6FBA26BEBF81}"/>
              </a:ext>
            </a:extLst>
          </p:cNvPr>
          <p:cNvSpPr>
            <a:spLocks xmlns:a="http://schemas.openxmlformats.org/drawingml/2006/main" noGrp="1"/>
          </p:cNvSpPr>
          <p:nvPr/>
        </p:nvSpPr>
        <p:spPr>
          <a:xfrm xmlns:a="http://schemas.openxmlformats.org/drawingml/2006/main">
            <a:off x="3733800" y="30956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100</a:t>
            </a:r>
          </a:p>
        </p:txBody>
      </p:sp>
      <p:sp>
        <p:nvSpPr>
          <p:cNvPr id="12" name="">
            <a:extLst xmlns:a="http://schemas.openxmlformats.org/drawingml/2006/main">
              <a:ext uri="{FF2B5EF4-FFF2-40B4-BE49-F238E27FC236}">
                <a16:creationId xmlns:a16="http://schemas.microsoft.com/office/drawing/2014/main" id="{73314FC3-84D0-4DA0-8FF3-8447DB78496F}"/>
              </a:ext>
            </a:extLst>
          </p:cNvPr>
          <p:cNvSpPr>
            <a:spLocks xmlns:a="http://schemas.openxmlformats.org/drawingml/2006/main" noGrp="1"/>
          </p:cNvSpPr>
          <p:nvPr/>
        </p:nvSpPr>
        <p:spPr>
          <a:xfrm xmlns:a="http://schemas.openxmlformats.org/drawingml/2006/main">
            <a:off x="1066800" y="38290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Saptamana</a:t>
            </a:r>
          </a:p>
        </p:txBody>
      </p:sp>
      <p:sp>
        <p:nvSpPr>
          <p:cNvPr id="13" name="">
            <a:extLst xmlns:a="http://schemas.openxmlformats.org/drawingml/2006/main">
              <a:ext uri="{FF2B5EF4-FFF2-40B4-BE49-F238E27FC236}">
                <a16:creationId xmlns:a16="http://schemas.microsoft.com/office/drawing/2014/main" id="{C8873A7D-C870-477E-B865-49CEE2443797}"/>
              </a:ext>
            </a:extLst>
          </p:cNvPr>
          <p:cNvSpPr>
            <a:spLocks xmlns:a="http://schemas.openxmlformats.org/drawingml/2006/main" noGrp="1"/>
          </p:cNvSpPr>
          <p:nvPr/>
        </p:nvSpPr>
        <p:spPr>
          <a:xfrm xmlns:a="http://schemas.openxmlformats.org/drawingml/2006/main">
            <a:off x="2343150" y="3733800"/>
            <a:ext cx="2781300" cy="400050"/>
          </a:xfrm>
          <a:prstGeom xmlns:a="http://schemas.openxmlformats.org/drawingml/2006/main" prst="roundRect">
            <a:avLst>
              <a:gd name="adj" fmla="val 19048"/>
            </a:avLst>
          </a:prstGeom>
          <a:solidFill xmlns:a="http://schemas.openxmlformats.org/drawingml/2006/main">
            <a:srgbClr val="5B7CF7"/>
          </a:solidFill>
          <a:ln xmlns:a="http://schemas.openxmlformats.org/drawingml/2006/main" w="9525">
            <a:solidFill>
              <a:srgbClr val="5B7CF7"/>
            </a:solidFill>
            <a:prstDash val="solid"/>
          </a:ln>
        </p:spPr>
      </p:sp>
      <p:sp>
        <p:nvSpPr>
          <p:cNvPr id="14" name="">
            <a:extLst xmlns:a="http://schemas.openxmlformats.org/drawingml/2006/main">
              <a:ext uri="{FF2B5EF4-FFF2-40B4-BE49-F238E27FC236}">
                <a16:creationId xmlns:a16="http://schemas.microsoft.com/office/drawing/2014/main" id="{FDB6CB52-75D5-4A13-829C-6A8223DA98D5}"/>
              </a:ext>
            </a:extLst>
          </p:cNvPr>
          <p:cNvSpPr>
            <a:spLocks xmlns:a="http://schemas.openxmlformats.org/drawingml/2006/main" noGrp="1"/>
          </p:cNvSpPr>
          <p:nvPr/>
        </p:nvSpPr>
        <p:spPr>
          <a:xfrm xmlns:a="http://schemas.openxmlformats.org/drawingml/2006/main">
            <a:off x="5257800" y="37814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700</a:t>
            </a:r>
          </a:p>
        </p:txBody>
      </p:sp>
      <p:sp>
        <p:nvSpPr>
          <p:cNvPr id="15" name="">
            <a:extLst xmlns:a="http://schemas.openxmlformats.org/drawingml/2006/main">
              <a:ext uri="{FF2B5EF4-FFF2-40B4-BE49-F238E27FC236}">
                <a16:creationId xmlns:a16="http://schemas.microsoft.com/office/drawing/2014/main" id="{D94F768F-D0D9-4636-A3D8-598F9A14535F}"/>
              </a:ext>
            </a:extLst>
          </p:cNvPr>
          <p:cNvSpPr>
            <a:spLocks xmlns:a="http://schemas.openxmlformats.org/drawingml/2006/main" noGrp="1"/>
          </p:cNvSpPr>
          <p:nvPr/>
        </p:nvSpPr>
        <p:spPr>
          <a:xfrm xmlns:a="http://schemas.openxmlformats.org/drawingml/2006/main">
            <a:off x="1066800" y="45148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4748B"/>
                </a:solidFill>
                <a:latin typeface="Onest"/>
                <a:ea typeface="Onest"/>
                <a:cs typeface="Onest"/>
              </a:defRPr>
            </a:pPr>
            <a:r>
              <a:rPr sz="1350" b="1" i="0">
                <a:solidFill>
                  <a:srgbClr val="64748B"/>
                </a:solidFill>
                <a:latin typeface="Onest"/>
                <a:ea typeface="Onest"/>
                <a:cs typeface="Onest"/>
              </a:rPr>
              <a:t>Luna</a:t>
            </a:r>
          </a:p>
        </p:txBody>
      </p:sp>
      <p:sp>
        <p:nvSpPr>
          <p:cNvPr id="16" name="">
            <a:extLst xmlns:a="http://schemas.openxmlformats.org/drawingml/2006/main">
              <a:ext uri="{FF2B5EF4-FFF2-40B4-BE49-F238E27FC236}">
                <a16:creationId xmlns:a16="http://schemas.microsoft.com/office/drawing/2014/main" id="{ADBB5AFA-848C-4B81-9947-97A371A8295C}"/>
              </a:ext>
            </a:extLst>
          </p:cNvPr>
          <p:cNvSpPr>
            <a:spLocks xmlns:a="http://schemas.openxmlformats.org/drawingml/2006/main" noGrp="1"/>
          </p:cNvSpPr>
          <p:nvPr/>
        </p:nvSpPr>
        <p:spPr>
          <a:xfrm xmlns:a="http://schemas.openxmlformats.org/drawingml/2006/main">
            <a:off x="2343150" y="4419600"/>
            <a:ext cx="5143500" cy="400050"/>
          </a:xfrm>
          <a:prstGeom xmlns:a="http://schemas.openxmlformats.org/drawingml/2006/main" prst="roundRect">
            <a:avLst>
              <a:gd name="adj" fmla="val 19048"/>
            </a:avLst>
          </a:prstGeom>
          <a:solidFill xmlns:a="http://schemas.openxmlformats.org/drawingml/2006/main">
            <a:srgbClr val="2D52D4"/>
          </a:solidFill>
          <a:ln xmlns:a="http://schemas.openxmlformats.org/drawingml/2006/main" w="9525">
            <a:solidFill>
              <a:srgbClr val="2D52D4"/>
            </a:solidFill>
            <a:prstDash val="solid"/>
          </a:ln>
        </p:spPr>
      </p:sp>
      <p:sp>
        <p:nvSpPr>
          <p:cNvPr id="17" name="">
            <a:extLst xmlns:a="http://schemas.openxmlformats.org/drawingml/2006/main">
              <a:ext uri="{FF2B5EF4-FFF2-40B4-BE49-F238E27FC236}">
                <a16:creationId xmlns:a16="http://schemas.microsoft.com/office/drawing/2014/main" id="{197FBC9B-6AD4-4F55-B728-626B44F7E1BF}"/>
              </a:ext>
            </a:extLst>
          </p:cNvPr>
          <p:cNvSpPr>
            <a:spLocks xmlns:a="http://schemas.openxmlformats.org/drawingml/2006/main" noGrp="1"/>
          </p:cNvSpPr>
          <p:nvPr/>
        </p:nvSpPr>
        <p:spPr>
          <a:xfrm xmlns:a="http://schemas.openxmlformats.org/drawingml/2006/main">
            <a:off x="7620000" y="44672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3.000</a:t>
            </a:r>
          </a:p>
        </p:txBody>
      </p:sp>
      <p:sp>
        <p:nvSpPr>
          <p:cNvPr id="18" name="">
            <a:extLst xmlns:a="http://schemas.openxmlformats.org/drawingml/2006/main">
              <a:ext uri="{FF2B5EF4-FFF2-40B4-BE49-F238E27FC236}">
                <a16:creationId xmlns:a16="http://schemas.microsoft.com/office/drawing/2014/main" id="{1B3DF7CB-7D11-4121-AD4B-1CADF1653D21}"/>
              </a:ext>
            </a:extLst>
          </p:cNvPr>
          <p:cNvSpPr>
            <a:spLocks xmlns:a="http://schemas.openxmlformats.org/drawingml/2006/main" noGrp="1"/>
          </p:cNvSpPr>
          <p:nvPr/>
        </p:nvSpPr>
        <p:spPr>
          <a:xfrm xmlns:a="http://schemas.openxmlformats.org/drawingml/2006/main">
            <a:off x="7848600" y="2686050"/>
            <a:ext cx="2857500" cy="2095500"/>
          </a:xfrm>
          <a:prstGeom xmlns:a="http://schemas.openxmlformats.org/drawingml/2006/main" prst="roundRect">
            <a:avLst>
              <a:gd name="adj" fmla="val 7273"/>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650" b="1">
                <a:solidFill>
                  <a:srgbClr val="9A3412"/>
                </a:solidFill>
                <a:latin typeface="Onest"/>
                <a:ea typeface="Onest"/>
                <a:cs typeface="Onest"/>
              </a:defRPr>
            </a:pPr>
            <a:r>
              <a:rPr sz="1650" b="1">
                <a:solidFill>
                  <a:srgbClr val="9A3412"/>
                </a:solidFill>
                <a:latin typeface="Onest"/>
                <a:ea typeface="Onest"/>
                <a:cs typeface="Onest"/>
              </a:rPr>
              <a:t>Resend checklist</a:t>
            </a:r>
          </a:p>
          <a:p xmlns:a="http://schemas.openxmlformats.org/drawingml/2006/main">
            <a:r>
              <a:t/>
            </a:r>
          </a:p>
          <a:p xmlns:a="http://schemas.openxmlformats.org/drawingml/2006/main">
            <a:pPr algn="ctr">
              <a:lnSpc>
                <a:spcPct val="105000"/>
              </a:lnSpc>
              <a:buNone/>
              <a:defRPr sz="1650" b="1">
                <a:solidFill>
                  <a:srgbClr val="9A3412"/>
                </a:solidFill>
                <a:latin typeface="Onest"/>
                <a:ea typeface="Onest"/>
                <a:cs typeface="Onest"/>
              </a:defRPr>
            </a:pPr>
            <a:r>
              <a:rPr sz="1650" b="1">
                <a:solidFill>
                  <a:srgbClr val="9A3412"/>
                </a:solidFill>
                <a:latin typeface="Onest"/>
                <a:ea typeface="Onest"/>
                <a:cs typeface="Onest"/>
              </a:rPr>
              <a:t>1. autentifici domeniul</a:t>
            </a:r>
          </a:p>
          <a:p xmlns:a="http://schemas.openxmlformats.org/drawingml/2006/main">
            <a:pPr algn="ctr">
              <a:lnSpc>
                <a:spcPct val="105000"/>
              </a:lnSpc>
              <a:buNone/>
              <a:defRPr sz="1650" b="1">
                <a:solidFill>
                  <a:srgbClr val="9A3412"/>
                </a:solidFill>
                <a:latin typeface="Onest"/>
                <a:ea typeface="Onest"/>
                <a:cs typeface="Onest"/>
              </a:defRPr>
            </a:pPr>
            <a:r>
              <a:rPr sz="1650" b="1">
                <a:solidFill>
                  <a:srgbClr val="9A3412"/>
                </a:solidFill>
                <a:latin typeface="Onest"/>
                <a:ea typeface="Onest"/>
                <a:cs typeface="Onest"/>
              </a:rPr>
              <a:t>2. pui cheia in .env</a:t>
            </a:r>
          </a:p>
          <a:p xmlns:a="http://schemas.openxmlformats.org/drawingml/2006/main">
            <a:pPr algn="ctr">
              <a:lnSpc>
                <a:spcPct val="105000"/>
              </a:lnSpc>
              <a:buNone/>
              <a:defRPr sz="1650" b="1">
                <a:solidFill>
                  <a:srgbClr val="9A3412"/>
                </a:solidFill>
                <a:latin typeface="Onest"/>
                <a:ea typeface="Onest"/>
                <a:cs typeface="Onest"/>
              </a:defRPr>
            </a:pPr>
            <a:r>
              <a:rPr sz="1650" b="1">
                <a:solidFill>
                  <a:srgbClr val="9A3412"/>
                </a:solidFill>
                <a:latin typeface="Onest"/>
                <a:ea typeface="Onest"/>
                <a:cs typeface="Onest"/>
              </a:rPr>
              <a:t>3. testezi pe email personal</a:t>
            </a:r>
          </a:p>
          <a:p xmlns:a="http://schemas.openxmlformats.org/drawingml/2006/main">
            <a:pPr algn="ctr">
              <a:lnSpc>
                <a:spcPct val="105000"/>
              </a:lnSpc>
              <a:buNone/>
              <a:defRPr sz="1650" b="1">
                <a:solidFill>
                  <a:srgbClr val="9A3412"/>
                </a:solidFill>
                <a:latin typeface="Onest"/>
                <a:ea typeface="Onest"/>
                <a:cs typeface="Onest"/>
              </a:defRPr>
            </a:pPr>
            <a:r>
              <a:rPr sz="1650" b="1">
                <a:solidFill>
                  <a:srgbClr val="9A3412"/>
                </a:solidFill>
                <a:latin typeface="Onest"/>
                <a:ea typeface="Onest"/>
                <a:cs typeface="Onest"/>
              </a:rPr>
              <a:t>4. pornesti batch-uri</a:t>
            </a:r>
          </a:p>
        </p:txBody>
      </p:sp>
      <p:sp>
        <p:nvSpPr>
          <p:cNvPr id="19" name="">
            <a:extLst xmlns:a="http://schemas.openxmlformats.org/drawingml/2006/main">
              <a:ext uri="{FF2B5EF4-FFF2-40B4-BE49-F238E27FC236}">
                <a16:creationId xmlns:a16="http://schemas.microsoft.com/office/drawing/2014/main" id="{827D704D-CDB3-47E5-8DBB-6BC35ED3EA08}"/>
              </a:ext>
            </a:extLst>
          </p:cNvPr>
          <p:cNvSpPr>
            <a:spLocks xmlns:a="http://schemas.openxmlformats.org/drawingml/2006/main" noGrp="1"/>
          </p:cNvSpPr>
          <p:nvPr/>
        </p:nvSpPr>
        <p:spPr>
          <a:xfrm xmlns:a="http://schemas.openxmlformats.org/drawingml/2006/main">
            <a:off x="1504950" y="5524500"/>
            <a:ext cx="918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0" i="0">
                <a:solidFill>
                  <a:srgbClr val="64748B"/>
                </a:solidFill>
                <a:latin typeface="Onest"/>
                <a:ea typeface="Onest"/>
                <a:cs typeface="Onest"/>
              </a:defRPr>
            </a:pPr>
            <a:r>
              <a:rPr sz="1350" b="0" i="0">
                <a:solidFill>
                  <a:srgbClr val="64748B"/>
                </a:solidFill>
                <a:latin typeface="Onest"/>
                <a:ea typeface="Onest"/>
                <a:cs typeface="Onest"/>
              </a:rPr>
              <a:t>Cote oficiale Free: 100/zi si 3.000/luna pentru transactional emails.</a:t>
            </a:r>
          </a:p>
        </p:txBody>
      </p:sp>
    </p:spTree>
    <p:extLst>
      <p:ext uri="{BB962C8B-B14F-4D97-AF65-F5344CB8AC3E}">
        <p14:creationId xmlns:p14="http://schemas.microsoft.com/office/powerpoint/2010/main" val="15068973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D6BA50-EAC2-467C-8BD1-9B7F7CC148CD}"/>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22 / 30</a:t>
            </a:r>
          </a:p>
        </p:txBody>
      </p:sp>
      <p:sp>
        <p:nvSpPr>
          <p:cNvPr id="2" name="">
            <a:extLst xmlns:a="http://schemas.openxmlformats.org/drawingml/2006/main">
              <a:ext uri="{FF2B5EF4-FFF2-40B4-BE49-F238E27FC236}">
                <a16:creationId xmlns:a16="http://schemas.microsoft.com/office/drawing/2014/main" id="{9F6763F5-2987-4239-954D-2B32962ADEC5}"/>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9215ACB-D9D1-4104-A9C6-7A80FE413F46}"/>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SCHEDULE</a:t>
            </a:r>
          </a:p>
        </p:txBody>
      </p:sp>
      <p:sp>
        <p:nvSpPr>
          <p:cNvPr id="4" name="">
            <a:extLst xmlns:a="http://schemas.openxmlformats.org/drawingml/2006/main">
              <a:ext uri="{FF2B5EF4-FFF2-40B4-BE49-F238E27FC236}">
                <a16:creationId xmlns:a16="http://schemas.microsoft.com/office/drawing/2014/main" id="{E46FAD9F-FC95-419A-A586-039E7A1EC872}"/>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Programarea inseamna ritm, monitorizare si stop</a:t>
            </a:r>
          </a:p>
        </p:txBody>
      </p:sp>
      <p:sp>
        <p:nvSpPr>
          <p:cNvPr id="5" name="">
            <a:extLst xmlns:a="http://schemas.openxmlformats.org/drawingml/2006/main">
              <a:ext uri="{FF2B5EF4-FFF2-40B4-BE49-F238E27FC236}">
                <a16:creationId xmlns:a16="http://schemas.microsoft.com/office/drawing/2014/main" id="{2A5AF32B-10C6-4DB9-B686-12827D929232}"/>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 «pacalim sistemul». Respectam rate limits, ore rezonabile si ferestre de verificare.</a:t>
            </a:r>
          </a:p>
        </p:txBody>
      </p:sp>
      <p:sp>
        <p:nvSpPr>
          <p:cNvPr id="6" name="">
            <a:extLst xmlns:a="http://schemas.openxmlformats.org/drawingml/2006/main">
              <a:ext uri="{FF2B5EF4-FFF2-40B4-BE49-F238E27FC236}">
                <a16:creationId xmlns:a16="http://schemas.microsoft.com/office/drawing/2014/main" id="{A543E72E-C02B-4D5B-BADE-200594C5B2FC}"/>
              </a:ext>
            </a:extLst>
          </p:cNvPr>
          <p:cNvSpPr>
            <a:spLocks xmlns:a="http://schemas.openxmlformats.org/drawingml/2006/main" noGrp="1"/>
          </p:cNvSpPr>
          <p:nvPr/>
        </p:nvSpPr>
        <p:spPr>
          <a:xfrm xmlns:a="http://schemas.openxmlformats.org/drawingml/2006/main">
            <a:off x="1619250" y="3619500"/>
            <a:ext cx="8572500" cy="0"/>
          </a:xfrm>
          <a:prstGeom xmlns:a="http://schemas.openxmlformats.org/drawingml/2006/main" prst="line">
            <a:avLst/>
          </a:prstGeom>
          <a:noFill xmlns:a="http://schemas.openxmlformats.org/drawingml/2006/main"/>
          <a:ln xmlns:a="http://schemas.openxmlformats.org/drawingml/2006/main" w="38100">
            <a:solidFill>
              <a:srgbClr val="E2E8F0"/>
            </a:solidFill>
            <a:prstDash val="solid"/>
          </a:ln>
        </p:spPr>
      </p:sp>
      <p:sp>
        <p:nvSpPr>
          <p:cNvPr id="7" name="">
            <a:extLst xmlns:a="http://schemas.openxmlformats.org/drawingml/2006/main">
              <a:ext uri="{FF2B5EF4-FFF2-40B4-BE49-F238E27FC236}">
                <a16:creationId xmlns:a16="http://schemas.microsoft.com/office/drawing/2014/main" id="{BC13D8D2-89D2-4763-BFBF-E84C38DAA9F7}"/>
              </a:ext>
            </a:extLst>
          </p:cNvPr>
          <p:cNvSpPr>
            <a:spLocks xmlns:a="http://schemas.openxmlformats.org/drawingml/2006/main" noGrp="1"/>
          </p:cNvSpPr>
          <p:nvPr/>
        </p:nvSpPr>
        <p:spPr>
          <a:xfrm xmlns:a="http://schemas.openxmlformats.org/drawingml/2006/main">
            <a:off x="1695450" y="3371850"/>
            <a:ext cx="495300" cy="49530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8" name="">
            <a:extLst xmlns:a="http://schemas.openxmlformats.org/drawingml/2006/main">
              <a:ext uri="{FF2B5EF4-FFF2-40B4-BE49-F238E27FC236}">
                <a16:creationId xmlns:a16="http://schemas.microsoft.com/office/drawing/2014/main" id="{7CAAF920-A962-4D17-9446-BC8F543F5E52}"/>
              </a:ext>
            </a:extLst>
          </p:cNvPr>
          <p:cNvSpPr>
            <a:spLocks xmlns:a="http://schemas.openxmlformats.org/drawingml/2006/main" noGrp="1"/>
          </p:cNvSpPr>
          <p:nvPr/>
        </p:nvSpPr>
        <p:spPr>
          <a:xfrm xmlns:a="http://schemas.openxmlformats.org/drawingml/2006/main">
            <a:off x="1543050" y="400050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09:30</a:t>
            </a:r>
          </a:p>
        </p:txBody>
      </p:sp>
      <p:sp>
        <p:nvSpPr>
          <p:cNvPr id="9" name="">
            <a:extLst xmlns:a="http://schemas.openxmlformats.org/drawingml/2006/main">
              <a:ext uri="{FF2B5EF4-FFF2-40B4-BE49-F238E27FC236}">
                <a16:creationId xmlns:a16="http://schemas.microsoft.com/office/drawing/2014/main" id="{0BCCB287-077C-4A1C-B23A-A4A055A0DA38}"/>
              </a:ext>
            </a:extLst>
          </p:cNvPr>
          <p:cNvSpPr>
            <a:spLocks xmlns:a="http://schemas.openxmlformats.org/drawingml/2006/main" noGrp="1"/>
          </p:cNvSpPr>
          <p:nvPr/>
        </p:nvSpPr>
        <p:spPr>
          <a:xfrm xmlns:a="http://schemas.openxmlformats.org/drawingml/2006/main">
            <a:off x="1162050" y="4552950"/>
            <a:ext cx="133350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00" b="1">
                <a:solidFill>
                  <a:srgbClr val="0F172A"/>
                </a:solidFill>
                <a:latin typeface="Onest"/>
                <a:ea typeface="Onest"/>
                <a:cs typeface="Onest"/>
              </a:defRPr>
            </a:pPr>
            <a:r>
              <a:rPr sz="1200" b="1">
                <a:solidFill>
                  <a:srgbClr val="0F172A"/>
                </a:solidFill>
                <a:latin typeface="Onest"/>
                <a:ea typeface="Onest"/>
                <a:cs typeface="Onest"/>
              </a:rPr>
              <a:t>batch mic</a:t>
            </a:r>
          </a:p>
        </p:txBody>
      </p:sp>
      <p:sp>
        <p:nvSpPr>
          <p:cNvPr id="10" name="">
            <a:extLst xmlns:a="http://schemas.openxmlformats.org/drawingml/2006/main">
              <a:ext uri="{FF2B5EF4-FFF2-40B4-BE49-F238E27FC236}">
                <a16:creationId xmlns:a16="http://schemas.microsoft.com/office/drawing/2014/main" id="{35E3266B-EA87-4C69-BE1A-D11F82CCBE84}"/>
              </a:ext>
            </a:extLst>
          </p:cNvPr>
          <p:cNvSpPr>
            <a:spLocks xmlns:a="http://schemas.openxmlformats.org/drawingml/2006/main" noGrp="1"/>
          </p:cNvSpPr>
          <p:nvPr/>
        </p:nvSpPr>
        <p:spPr>
          <a:xfrm xmlns:a="http://schemas.openxmlformats.org/drawingml/2006/main">
            <a:off x="4476750" y="3371850"/>
            <a:ext cx="495300" cy="49530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1" name="">
            <a:extLst xmlns:a="http://schemas.openxmlformats.org/drawingml/2006/main">
              <a:ext uri="{FF2B5EF4-FFF2-40B4-BE49-F238E27FC236}">
                <a16:creationId xmlns:a16="http://schemas.microsoft.com/office/drawing/2014/main" id="{80EAD58F-7392-482D-A369-B45763E5122C}"/>
              </a:ext>
            </a:extLst>
          </p:cNvPr>
          <p:cNvSpPr>
            <a:spLocks xmlns:a="http://schemas.openxmlformats.org/drawingml/2006/main" noGrp="1"/>
          </p:cNvSpPr>
          <p:nvPr/>
        </p:nvSpPr>
        <p:spPr>
          <a:xfrm xmlns:a="http://schemas.openxmlformats.org/drawingml/2006/main">
            <a:off x="4324350" y="400050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11:00</a:t>
            </a:r>
          </a:p>
        </p:txBody>
      </p:sp>
      <p:sp>
        <p:nvSpPr>
          <p:cNvPr id="12" name="">
            <a:extLst xmlns:a="http://schemas.openxmlformats.org/drawingml/2006/main">
              <a:ext uri="{FF2B5EF4-FFF2-40B4-BE49-F238E27FC236}">
                <a16:creationId xmlns:a16="http://schemas.microsoft.com/office/drawing/2014/main" id="{5AEA422D-B427-4310-9E11-3B0A7D59030C}"/>
              </a:ext>
            </a:extLst>
          </p:cNvPr>
          <p:cNvSpPr>
            <a:spLocks xmlns:a="http://schemas.openxmlformats.org/drawingml/2006/main" noGrp="1"/>
          </p:cNvSpPr>
          <p:nvPr/>
        </p:nvSpPr>
        <p:spPr>
          <a:xfrm xmlns:a="http://schemas.openxmlformats.org/drawingml/2006/main">
            <a:off x="3943350" y="4552950"/>
            <a:ext cx="1333500" cy="552450"/>
          </a:xfrm>
          <a:prstGeom xmlns:a="http://schemas.openxmlformats.org/drawingml/2006/main" prst="roundRect">
            <a:avLst>
              <a:gd name="adj" fmla="val 20690"/>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00" b="1">
                <a:solidFill>
                  <a:srgbClr val="0F172A"/>
                </a:solidFill>
                <a:latin typeface="Onest"/>
                <a:ea typeface="Onest"/>
                <a:cs typeface="Onest"/>
              </a:defRPr>
            </a:pPr>
            <a:r>
              <a:rPr sz="1200" b="1">
                <a:solidFill>
                  <a:srgbClr val="0F172A"/>
                </a:solidFill>
                <a:latin typeface="Onest"/>
                <a:ea typeface="Onest"/>
                <a:cs typeface="Onest"/>
              </a:rPr>
              <a:t>verifica erori</a:t>
            </a:r>
          </a:p>
        </p:txBody>
      </p:sp>
      <p:sp>
        <p:nvSpPr>
          <p:cNvPr id="13" name="">
            <a:extLst xmlns:a="http://schemas.openxmlformats.org/drawingml/2006/main">
              <a:ext uri="{FF2B5EF4-FFF2-40B4-BE49-F238E27FC236}">
                <a16:creationId xmlns:a16="http://schemas.microsoft.com/office/drawing/2014/main" id="{F378A2CF-0F5E-4083-ACA1-AFF0E76778FA}"/>
              </a:ext>
            </a:extLst>
          </p:cNvPr>
          <p:cNvSpPr>
            <a:spLocks xmlns:a="http://schemas.openxmlformats.org/drawingml/2006/main" noGrp="1"/>
          </p:cNvSpPr>
          <p:nvPr/>
        </p:nvSpPr>
        <p:spPr>
          <a:xfrm xmlns:a="http://schemas.openxmlformats.org/drawingml/2006/main">
            <a:off x="7258050" y="3371850"/>
            <a:ext cx="495300" cy="49530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4" name="">
            <a:extLst xmlns:a="http://schemas.openxmlformats.org/drawingml/2006/main">
              <a:ext uri="{FF2B5EF4-FFF2-40B4-BE49-F238E27FC236}">
                <a16:creationId xmlns:a16="http://schemas.microsoft.com/office/drawing/2014/main" id="{1FEC7B15-0996-4EEB-A990-02BB32CA6E26}"/>
              </a:ext>
            </a:extLst>
          </p:cNvPr>
          <p:cNvSpPr>
            <a:spLocks xmlns:a="http://schemas.openxmlformats.org/drawingml/2006/main" noGrp="1"/>
          </p:cNvSpPr>
          <p:nvPr/>
        </p:nvSpPr>
        <p:spPr>
          <a:xfrm xmlns:a="http://schemas.openxmlformats.org/drawingml/2006/main">
            <a:off x="7105650" y="400050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14:30</a:t>
            </a:r>
          </a:p>
        </p:txBody>
      </p:sp>
      <p:sp>
        <p:nvSpPr>
          <p:cNvPr id="15" name="">
            <a:extLst xmlns:a="http://schemas.openxmlformats.org/drawingml/2006/main">
              <a:ext uri="{FF2B5EF4-FFF2-40B4-BE49-F238E27FC236}">
                <a16:creationId xmlns:a16="http://schemas.microsoft.com/office/drawing/2014/main" id="{4977F09C-0CB0-4385-837F-72CB89971F53}"/>
              </a:ext>
            </a:extLst>
          </p:cNvPr>
          <p:cNvSpPr>
            <a:spLocks xmlns:a="http://schemas.openxmlformats.org/drawingml/2006/main" noGrp="1"/>
          </p:cNvSpPr>
          <p:nvPr/>
        </p:nvSpPr>
        <p:spPr>
          <a:xfrm xmlns:a="http://schemas.openxmlformats.org/drawingml/2006/main">
            <a:off x="6724650" y="4552950"/>
            <a:ext cx="133350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00" b="1">
                <a:solidFill>
                  <a:srgbClr val="0F172A"/>
                </a:solidFill>
                <a:latin typeface="Onest"/>
                <a:ea typeface="Onest"/>
                <a:cs typeface="Onest"/>
              </a:defRPr>
            </a:pPr>
            <a:r>
              <a:rPr sz="1200" b="1">
                <a:solidFill>
                  <a:srgbClr val="0F172A"/>
                </a:solidFill>
                <a:latin typeface="Onest"/>
                <a:ea typeface="Onest"/>
                <a:cs typeface="Onest"/>
              </a:rPr>
              <a:t>continua</a:t>
            </a:r>
          </a:p>
        </p:txBody>
      </p:sp>
      <p:sp>
        <p:nvSpPr>
          <p:cNvPr id="16" name="">
            <a:extLst xmlns:a="http://schemas.openxmlformats.org/drawingml/2006/main">
              <a:ext uri="{FF2B5EF4-FFF2-40B4-BE49-F238E27FC236}">
                <a16:creationId xmlns:a16="http://schemas.microsoft.com/office/drawing/2014/main" id="{62890F35-6235-46C7-941A-0CD1BD7272BE}"/>
              </a:ext>
            </a:extLst>
          </p:cNvPr>
          <p:cNvSpPr>
            <a:spLocks xmlns:a="http://schemas.openxmlformats.org/drawingml/2006/main" noGrp="1"/>
          </p:cNvSpPr>
          <p:nvPr/>
        </p:nvSpPr>
        <p:spPr>
          <a:xfrm xmlns:a="http://schemas.openxmlformats.org/drawingml/2006/main">
            <a:off x="10039350" y="3371850"/>
            <a:ext cx="495300" cy="49530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7" name="">
            <a:extLst xmlns:a="http://schemas.openxmlformats.org/drawingml/2006/main">
              <a:ext uri="{FF2B5EF4-FFF2-40B4-BE49-F238E27FC236}">
                <a16:creationId xmlns:a16="http://schemas.microsoft.com/office/drawing/2014/main" id="{02C602AB-C508-4D38-8DDC-845DDCA492D3}"/>
              </a:ext>
            </a:extLst>
          </p:cNvPr>
          <p:cNvSpPr>
            <a:spLocks xmlns:a="http://schemas.openxmlformats.org/drawingml/2006/main" noGrp="1"/>
          </p:cNvSpPr>
          <p:nvPr/>
        </p:nvSpPr>
        <p:spPr>
          <a:xfrm xmlns:a="http://schemas.openxmlformats.org/drawingml/2006/main">
            <a:off x="9886950" y="4000500"/>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650" b="1" i="0">
                <a:solidFill>
                  <a:srgbClr val="0F172A"/>
                </a:solidFill>
                <a:latin typeface="Onest"/>
                <a:ea typeface="Onest"/>
                <a:cs typeface="Onest"/>
              </a:defRPr>
            </a:pPr>
            <a:r>
              <a:rPr sz="1650" b="1" i="0">
                <a:solidFill>
                  <a:srgbClr val="0F172A"/>
                </a:solidFill>
                <a:latin typeface="Onest"/>
                <a:ea typeface="Onest"/>
                <a:cs typeface="Onest"/>
              </a:rPr>
              <a:t>16:00</a:t>
            </a:r>
          </a:p>
        </p:txBody>
      </p:sp>
      <p:sp>
        <p:nvSpPr>
          <p:cNvPr id="18" name="">
            <a:extLst xmlns:a="http://schemas.openxmlformats.org/drawingml/2006/main">
              <a:ext uri="{FF2B5EF4-FFF2-40B4-BE49-F238E27FC236}">
                <a16:creationId xmlns:a16="http://schemas.microsoft.com/office/drawing/2014/main" id="{76773FC5-70A2-4D8A-AAE5-086CA09B688F}"/>
              </a:ext>
            </a:extLst>
          </p:cNvPr>
          <p:cNvSpPr>
            <a:spLocks xmlns:a="http://schemas.openxmlformats.org/drawingml/2006/main" noGrp="1"/>
          </p:cNvSpPr>
          <p:nvPr/>
        </p:nvSpPr>
        <p:spPr>
          <a:xfrm xmlns:a="http://schemas.openxmlformats.org/drawingml/2006/main">
            <a:off x="9505950" y="4552950"/>
            <a:ext cx="1333500" cy="552450"/>
          </a:xfrm>
          <a:prstGeom xmlns:a="http://schemas.openxmlformats.org/drawingml/2006/main" prst="roundRect">
            <a:avLst>
              <a:gd name="adj" fmla="val 20690"/>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200" b="1">
                <a:solidFill>
                  <a:srgbClr val="0F172A"/>
                </a:solidFill>
                <a:latin typeface="Onest"/>
                <a:ea typeface="Onest"/>
                <a:cs typeface="Onest"/>
              </a:defRPr>
            </a:pPr>
            <a:r>
              <a:rPr sz="1200" b="1">
                <a:solidFill>
                  <a:srgbClr val="0F172A"/>
                </a:solidFill>
                <a:latin typeface="Onest"/>
                <a:ea typeface="Onest"/>
                <a:cs typeface="Onest"/>
              </a:rPr>
              <a:t>stop / log</a:t>
            </a:r>
          </a:p>
        </p:txBody>
      </p:sp>
      <p:sp>
        <p:nvSpPr>
          <p:cNvPr id="19" name="">
            <a:extLst xmlns:a="http://schemas.openxmlformats.org/drawingml/2006/main">
              <a:ext uri="{FF2B5EF4-FFF2-40B4-BE49-F238E27FC236}">
                <a16:creationId xmlns:a16="http://schemas.microsoft.com/office/drawing/2014/main" id="{2ECD689A-43C9-45FA-BFF2-F54DD2C914D9}"/>
              </a:ext>
            </a:extLst>
          </p:cNvPr>
          <p:cNvSpPr>
            <a:spLocks xmlns:a="http://schemas.openxmlformats.org/drawingml/2006/main" noGrp="1"/>
          </p:cNvSpPr>
          <p:nvPr/>
        </p:nvSpPr>
        <p:spPr>
          <a:xfrm xmlns:a="http://schemas.openxmlformats.org/drawingml/2006/main">
            <a:off x="3124200" y="5562600"/>
            <a:ext cx="5943600" cy="457200"/>
          </a:xfrm>
          <a:prstGeom xmlns:a="http://schemas.openxmlformats.org/drawingml/2006/main" prst="roundRect">
            <a:avLst>
              <a:gd name="adj" fmla="val 25000"/>
            </a:avLst>
          </a:prstGeom>
          <a:solidFill xmlns:a="http://schemas.openxmlformats.org/drawingml/2006/main">
            <a:srgbClr val="FEF2F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B91C1C"/>
                </a:solidFill>
                <a:latin typeface="Onest"/>
                <a:ea typeface="Onest"/>
                <a:cs typeface="Onest"/>
              </a:defRPr>
            </a:pPr>
            <a:r>
              <a:rPr sz="1575" b="1">
                <a:solidFill>
                  <a:srgbClr val="B91C1C"/>
                </a:solidFill>
                <a:latin typeface="Onest"/>
                <a:ea typeface="Onest"/>
                <a:cs typeface="Onest"/>
              </a:rPr>
              <a:t>Daca bounce-urile cresc, workflow-ul se opreste.</a:t>
            </a:r>
          </a:p>
        </p:txBody>
      </p:sp>
    </p:spTree>
    <p:extLst>
      <p:ext uri="{BB962C8B-B14F-4D97-AF65-F5344CB8AC3E}">
        <p14:creationId xmlns:p14="http://schemas.microsoft.com/office/powerpoint/2010/main" val="1010504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B2F14A3-FDCB-4532-92E6-49D58394E243}"/>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23 / 30</a:t>
            </a:r>
          </a:p>
        </p:txBody>
      </p:sp>
      <p:sp>
        <p:nvSpPr>
          <p:cNvPr id="2" name="">
            <a:extLst xmlns:a="http://schemas.openxmlformats.org/drawingml/2006/main">
              <a:ext uri="{FF2B5EF4-FFF2-40B4-BE49-F238E27FC236}">
                <a16:creationId xmlns:a16="http://schemas.microsoft.com/office/drawing/2014/main" id="{54595A73-7DCF-426A-98EA-1C54F80E6379}"/>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0C7062-1BC8-421B-A6D6-25A5A9980E2C}"/>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RUN</a:t>
            </a:r>
          </a:p>
        </p:txBody>
      </p:sp>
      <p:sp>
        <p:nvSpPr>
          <p:cNvPr id="4" name="">
            <a:extLst xmlns:a="http://schemas.openxmlformats.org/drawingml/2006/main">
              <a:ext uri="{FF2B5EF4-FFF2-40B4-BE49-F238E27FC236}">
                <a16:creationId xmlns:a16="http://schemas.microsoft.com/office/drawing/2014/main" id="{2D950082-4F4C-4322-80B8-2456B34668A2}"/>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Cand harvesting-ul se termina, agentul devine workflow</a:t>
            </a:r>
          </a:p>
        </p:txBody>
      </p:sp>
      <p:sp>
        <p:nvSpPr>
          <p:cNvPr id="5" name="">
            <a:extLst xmlns:a="http://schemas.openxmlformats.org/drawingml/2006/main">
              <a:ext uri="{FF2B5EF4-FFF2-40B4-BE49-F238E27FC236}">
                <a16:creationId xmlns:a16="http://schemas.microsoft.com/office/drawing/2014/main" id="{11AF494D-54A6-4C23-A585-6F7C6C2DC3AE}"/>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Finalul colectarii e inceputul rularii repetabile.</a:t>
            </a:r>
          </a:p>
        </p:txBody>
      </p:sp>
      <p:sp>
        <p:nvSpPr>
          <p:cNvPr id="6" name="">
            <a:extLst xmlns:a="http://schemas.openxmlformats.org/drawingml/2006/main">
              <a:ext uri="{FF2B5EF4-FFF2-40B4-BE49-F238E27FC236}">
                <a16:creationId xmlns:a16="http://schemas.microsoft.com/office/drawing/2014/main" id="{5A6BEFAF-7E98-4AB9-9741-4E3A3F36B9DA}"/>
              </a:ext>
            </a:extLst>
          </p:cNvPr>
          <p:cNvSpPr>
            <a:spLocks xmlns:a="http://schemas.openxmlformats.org/drawingml/2006/main" noGrp="1"/>
          </p:cNvSpPr>
          <p:nvPr/>
        </p:nvSpPr>
        <p:spPr>
          <a:xfrm xmlns:a="http://schemas.openxmlformats.org/drawingml/2006/main">
            <a:off x="1333500" y="2343150"/>
            <a:ext cx="42862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0E49913-EB66-42F9-AF02-55B1074672C8}"/>
              </a:ext>
            </a:extLst>
          </p:cNvPr>
          <p:cNvSpPr>
            <a:spLocks xmlns:a="http://schemas.openxmlformats.org/drawingml/2006/main" noGrp="1"/>
          </p:cNvSpPr>
          <p:nvPr/>
        </p:nvSpPr>
        <p:spPr>
          <a:xfrm xmlns:a="http://schemas.openxmlformats.org/drawingml/2006/main">
            <a:off x="1485900" y="24479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16A34A"/>
                </a:solidFill>
                <a:latin typeface="Onest"/>
                <a:ea typeface="Onest"/>
                <a:cs typeface="Onest"/>
              </a:defRPr>
            </a:pPr>
            <a:r>
              <a:rPr sz="1725" b="1" i="0">
                <a:solidFill>
                  <a:srgbClr val="16A34A"/>
                </a:solidFill>
                <a:latin typeface="Onest"/>
                <a:ea typeface="Onest"/>
                <a:cs typeface="Onest"/>
              </a:rPr>
              <a:t>✓</a:t>
            </a:r>
          </a:p>
        </p:txBody>
      </p:sp>
      <p:sp>
        <p:nvSpPr>
          <p:cNvPr id="8" name="">
            <a:extLst xmlns:a="http://schemas.openxmlformats.org/drawingml/2006/main">
              <a:ext uri="{FF2B5EF4-FFF2-40B4-BE49-F238E27FC236}">
                <a16:creationId xmlns:a16="http://schemas.microsoft.com/office/drawing/2014/main" id="{6AA284F4-2655-4521-956A-44E128EDD534}"/>
              </a:ext>
            </a:extLst>
          </p:cNvPr>
          <p:cNvSpPr>
            <a:spLocks xmlns:a="http://schemas.openxmlformats.org/drawingml/2006/main" noGrp="1"/>
          </p:cNvSpPr>
          <p:nvPr/>
        </p:nvSpPr>
        <p:spPr>
          <a:xfrm xmlns:a="http://schemas.openxmlformats.org/drawingml/2006/main">
            <a:off x="1885950" y="245745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lead sheet complet</a:t>
            </a:r>
          </a:p>
        </p:txBody>
      </p:sp>
      <p:sp>
        <p:nvSpPr>
          <p:cNvPr id="9" name="">
            <a:extLst xmlns:a="http://schemas.openxmlformats.org/drawingml/2006/main">
              <a:ext uri="{FF2B5EF4-FFF2-40B4-BE49-F238E27FC236}">
                <a16:creationId xmlns:a16="http://schemas.microsoft.com/office/drawing/2014/main" id="{88B2938E-64EB-42D1-980A-63D5F2B4F57B}"/>
              </a:ext>
            </a:extLst>
          </p:cNvPr>
          <p:cNvSpPr>
            <a:spLocks xmlns:a="http://schemas.openxmlformats.org/drawingml/2006/main" noGrp="1"/>
          </p:cNvSpPr>
          <p:nvPr/>
        </p:nvSpPr>
        <p:spPr>
          <a:xfrm xmlns:a="http://schemas.openxmlformats.org/drawingml/2006/main">
            <a:off x="6286500" y="2343150"/>
            <a:ext cx="42862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CA525F0-1603-4253-9332-093C94B6E914}"/>
              </a:ext>
            </a:extLst>
          </p:cNvPr>
          <p:cNvSpPr>
            <a:spLocks xmlns:a="http://schemas.openxmlformats.org/drawingml/2006/main" noGrp="1"/>
          </p:cNvSpPr>
          <p:nvPr/>
        </p:nvSpPr>
        <p:spPr>
          <a:xfrm xmlns:a="http://schemas.openxmlformats.org/drawingml/2006/main">
            <a:off x="6438900" y="24479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16A34A"/>
                </a:solidFill>
                <a:latin typeface="Onest"/>
                <a:ea typeface="Onest"/>
                <a:cs typeface="Onest"/>
              </a:defRPr>
            </a:pPr>
            <a:r>
              <a:rPr sz="1725" b="1" i="0">
                <a:solidFill>
                  <a:srgbClr val="16A34A"/>
                </a:solidFill>
                <a:latin typeface="Onest"/>
                <a:ea typeface="Onest"/>
                <a:cs typeface="Onest"/>
              </a:rPr>
              <a:t>✓</a:t>
            </a:r>
          </a:p>
        </p:txBody>
      </p:sp>
      <p:sp>
        <p:nvSpPr>
          <p:cNvPr id="11" name="">
            <a:extLst xmlns:a="http://schemas.openxmlformats.org/drawingml/2006/main">
              <a:ext uri="{FF2B5EF4-FFF2-40B4-BE49-F238E27FC236}">
                <a16:creationId xmlns:a16="http://schemas.microsoft.com/office/drawing/2014/main" id="{BA3DC421-E798-4AAE-8CF7-A98EC82170C2}"/>
              </a:ext>
            </a:extLst>
          </p:cNvPr>
          <p:cNvSpPr>
            <a:spLocks xmlns:a="http://schemas.openxmlformats.org/drawingml/2006/main" noGrp="1"/>
          </p:cNvSpPr>
          <p:nvPr/>
        </p:nvSpPr>
        <p:spPr>
          <a:xfrm xmlns:a="http://schemas.openxmlformats.org/drawingml/2006/main">
            <a:off x="6838950" y="245745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email drafts generate</a:t>
            </a:r>
          </a:p>
        </p:txBody>
      </p:sp>
      <p:sp>
        <p:nvSpPr>
          <p:cNvPr id="12" name="">
            <a:extLst xmlns:a="http://schemas.openxmlformats.org/drawingml/2006/main">
              <a:ext uri="{FF2B5EF4-FFF2-40B4-BE49-F238E27FC236}">
                <a16:creationId xmlns:a16="http://schemas.microsoft.com/office/drawing/2014/main" id="{35731E4F-8FB8-454D-BF1C-BB7293FCA393}"/>
              </a:ext>
            </a:extLst>
          </p:cNvPr>
          <p:cNvSpPr>
            <a:spLocks xmlns:a="http://schemas.openxmlformats.org/drawingml/2006/main" noGrp="1"/>
          </p:cNvSpPr>
          <p:nvPr/>
        </p:nvSpPr>
        <p:spPr>
          <a:xfrm xmlns:a="http://schemas.openxmlformats.org/drawingml/2006/main">
            <a:off x="1333500" y="3086100"/>
            <a:ext cx="42862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0BD767C-5E15-46A7-9557-2965121FEEDB}"/>
              </a:ext>
            </a:extLst>
          </p:cNvPr>
          <p:cNvSpPr>
            <a:spLocks xmlns:a="http://schemas.openxmlformats.org/drawingml/2006/main" noGrp="1"/>
          </p:cNvSpPr>
          <p:nvPr/>
        </p:nvSpPr>
        <p:spPr>
          <a:xfrm xmlns:a="http://schemas.openxmlformats.org/drawingml/2006/main">
            <a:off x="1485900" y="31908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16A34A"/>
                </a:solidFill>
                <a:latin typeface="Onest"/>
                <a:ea typeface="Onest"/>
                <a:cs typeface="Onest"/>
              </a:defRPr>
            </a:pPr>
            <a:r>
              <a:rPr sz="1725" b="1" i="0">
                <a:solidFill>
                  <a:srgbClr val="16A34A"/>
                </a:solidFill>
                <a:latin typeface="Onest"/>
                <a:ea typeface="Onest"/>
                <a:cs typeface="Onest"/>
              </a:rPr>
              <a:t>✓</a:t>
            </a:r>
          </a:p>
        </p:txBody>
      </p:sp>
      <p:sp>
        <p:nvSpPr>
          <p:cNvPr id="14" name="">
            <a:extLst xmlns:a="http://schemas.openxmlformats.org/drawingml/2006/main">
              <a:ext uri="{FF2B5EF4-FFF2-40B4-BE49-F238E27FC236}">
                <a16:creationId xmlns:a16="http://schemas.microsoft.com/office/drawing/2014/main" id="{D903E706-9574-4EBD-8BFE-FD9A9A86F06D}"/>
              </a:ext>
            </a:extLst>
          </p:cNvPr>
          <p:cNvSpPr>
            <a:spLocks xmlns:a="http://schemas.openxmlformats.org/drawingml/2006/main" noGrp="1"/>
          </p:cNvSpPr>
          <p:nvPr/>
        </p:nvSpPr>
        <p:spPr>
          <a:xfrm xmlns:a="http://schemas.openxmlformats.org/drawingml/2006/main">
            <a:off x="1885950" y="320040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QA facut</a:t>
            </a:r>
          </a:p>
        </p:txBody>
      </p:sp>
      <p:sp>
        <p:nvSpPr>
          <p:cNvPr id="15" name="">
            <a:extLst xmlns:a="http://schemas.openxmlformats.org/drawingml/2006/main">
              <a:ext uri="{FF2B5EF4-FFF2-40B4-BE49-F238E27FC236}">
                <a16:creationId xmlns:a16="http://schemas.microsoft.com/office/drawing/2014/main" id="{A119E1D4-0383-4700-A8E9-E72E34F0B7D2}"/>
              </a:ext>
            </a:extLst>
          </p:cNvPr>
          <p:cNvSpPr>
            <a:spLocks xmlns:a="http://schemas.openxmlformats.org/drawingml/2006/main" noGrp="1"/>
          </p:cNvSpPr>
          <p:nvPr/>
        </p:nvSpPr>
        <p:spPr>
          <a:xfrm xmlns:a="http://schemas.openxmlformats.org/drawingml/2006/main">
            <a:off x="6286500" y="3086100"/>
            <a:ext cx="42862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3AE3469-65A7-43FD-876E-447A43923C2E}"/>
              </a:ext>
            </a:extLst>
          </p:cNvPr>
          <p:cNvSpPr>
            <a:spLocks xmlns:a="http://schemas.openxmlformats.org/drawingml/2006/main" noGrp="1"/>
          </p:cNvSpPr>
          <p:nvPr/>
        </p:nvSpPr>
        <p:spPr>
          <a:xfrm xmlns:a="http://schemas.openxmlformats.org/drawingml/2006/main">
            <a:off x="6438900" y="31908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16A34A"/>
                </a:solidFill>
                <a:latin typeface="Onest"/>
                <a:ea typeface="Onest"/>
                <a:cs typeface="Onest"/>
              </a:defRPr>
            </a:pPr>
            <a:r>
              <a:rPr sz="1725" b="1" i="0">
                <a:solidFill>
                  <a:srgbClr val="16A34A"/>
                </a:solidFill>
                <a:latin typeface="Onest"/>
                <a:ea typeface="Onest"/>
                <a:cs typeface="Onest"/>
              </a:rPr>
              <a:t>✓</a:t>
            </a:r>
          </a:p>
        </p:txBody>
      </p:sp>
      <p:sp>
        <p:nvSpPr>
          <p:cNvPr id="17" name="">
            <a:extLst xmlns:a="http://schemas.openxmlformats.org/drawingml/2006/main">
              <a:ext uri="{FF2B5EF4-FFF2-40B4-BE49-F238E27FC236}">
                <a16:creationId xmlns:a16="http://schemas.microsoft.com/office/drawing/2014/main" id="{90DB2BE1-6807-4BA4-A246-FF2B6F9E9BE2}"/>
              </a:ext>
            </a:extLst>
          </p:cNvPr>
          <p:cNvSpPr>
            <a:spLocks xmlns:a="http://schemas.openxmlformats.org/drawingml/2006/main" noGrp="1"/>
          </p:cNvSpPr>
          <p:nvPr/>
        </p:nvSpPr>
        <p:spPr>
          <a:xfrm xmlns:a="http://schemas.openxmlformats.org/drawingml/2006/main">
            <a:off x="6838950" y="320040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domeniu autentificat</a:t>
            </a:r>
          </a:p>
        </p:txBody>
      </p:sp>
      <p:sp>
        <p:nvSpPr>
          <p:cNvPr id="18" name="">
            <a:extLst xmlns:a="http://schemas.openxmlformats.org/drawingml/2006/main">
              <a:ext uri="{FF2B5EF4-FFF2-40B4-BE49-F238E27FC236}">
                <a16:creationId xmlns:a16="http://schemas.microsoft.com/office/drawing/2014/main" id="{96348684-06C3-4791-98AB-09927056336E}"/>
              </a:ext>
            </a:extLst>
          </p:cNvPr>
          <p:cNvSpPr>
            <a:spLocks xmlns:a="http://schemas.openxmlformats.org/drawingml/2006/main" noGrp="1"/>
          </p:cNvSpPr>
          <p:nvPr/>
        </p:nvSpPr>
        <p:spPr>
          <a:xfrm xmlns:a="http://schemas.openxmlformats.org/drawingml/2006/main">
            <a:off x="1333500" y="3829050"/>
            <a:ext cx="42862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7FB214BC-807F-494B-8051-F11F4B6C7502}"/>
              </a:ext>
            </a:extLst>
          </p:cNvPr>
          <p:cNvSpPr>
            <a:spLocks xmlns:a="http://schemas.openxmlformats.org/drawingml/2006/main" noGrp="1"/>
          </p:cNvSpPr>
          <p:nvPr/>
        </p:nvSpPr>
        <p:spPr>
          <a:xfrm xmlns:a="http://schemas.openxmlformats.org/drawingml/2006/main">
            <a:off x="1485900" y="39338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16A34A"/>
                </a:solidFill>
                <a:latin typeface="Onest"/>
                <a:ea typeface="Onest"/>
                <a:cs typeface="Onest"/>
              </a:defRPr>
            </a:pPr>
            <a:r>
              <a:rPr sz="1725" b="1" i="0">
                <a:solidFill>
                  <a:srgbClr val="16A34A"/>
                </a:solidFill>
                <a:latin typeface="Onest"/>
                <a:ea typeface="Onest"/>
                <a:cs typeface="Onest"/>
              </a:rPr>
              <a:t>✓</a:t>
            </a:r>
          </a:p>
        </p:txBody>
      </p:sp>
      <p:sp>
        <p:nvSpPr>
          <p:cNvPr id="20" name="">
            <a:extLst xmlns:a="http://schemas.openxmlformats.org/drawingml/2006/main">
              <a:ext uri="{FF2B5EF4-FFF2-40B4-BE49-F238E27FC236}">
                <a16:creationId xmlns:a16="http://schemas.microsoft.com/office/drawing/2014/main" id="{173087F2-9324-4770-B482-EC7AB7A69231}"/>
              </a:ext>
            </a:extLst>
          </p:cNvPr>
          <p:cNvSpPr>
            <a:spLocks xmlns:a="http://schemas.openxmlformats.org/drawingml/2006/main" noGrp="1"/>
          </p:cNvSpPr>
          <p:nvPr/>
        </p:nvSpPr>
        <p:spPr>
          <a:xfrm xmlns:a="http://schemas.openxmlformats.org/drawingml/2006/main">
            <a:off x="1885950" y="394335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test trimis</a:t>
            </a:r>
          </a:p>
        </p:txBody>
      </p:sp>
      <p:sp>
        <p:nvSpPr>
          <p:cNvPr id="21" name="">
            <a:extLst xmlns:a="http://schemas.openxmlformats.org/drawingml/2006/main">
              <a:ext uri="{FF2B5EF4-FFF2-40B4-BE49-F238E27FC236}">
                <a16:creationId xmlns:a16="http://schemas.microsoft.com/office/drawing/2014/main" id="{B70CDE84-17FF-47E3-B715-4B04CD74675B}"/>
              </a:ext>
            </a:extLst>
          </p:cNvPr>
          <p:cNvSpPr>
            <a:spLocks xmlns:a="http://schemas.openxmlformats.org/drawingml/2006/main" noGrp="1"/>
          </p:cNvSpPr>
          <p:nvPr/>
        </p:nvSpPr>
        <p:spPr>
          <a:xfrm xmlns:a="http://schemas.openxmlformats.org/drawingml/2006/main">
            <a:off x="6286500" y="3829050"/>
            <a:ext cx="4286250" cy="51435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5D501965-3649-41B9-9BF0-FEA872CF3AFE}"/>
              </a:ext>
            </a:extLst>
          </p:cNvPr>
          <p:cNvSpPr>
            <a:spLocks xmlns:a="http://schemas.openxmlformats.org/drawingml/2006/main" noGrp="1"/>
          </p:cNvSpPr>
          <p:nvPr/>
        </p:nvSpPr>
        <p:spPr>
          <a:xfrm xmlns:a="http://schemas.openxmlformats.org/drawingml/2006/main">
            <a:off x="6438900" y="39338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2D52D4"/>
                </a:solidFill>
                <a:latin typeface="Onest"/>
                <a:ea typeface="Onest"/>
                <a:cs typeface="Onest"/>
              </a:defRPr>
            </a:pPr>
            <a:r>
              <a:rPr sz="1725" b="1" i="0">
                <a:solidFill>
                  <a:srgbClr val="2D52D4"/>
                </a:solidFill>
                <a:latin typeface="Onest"/>
                <a:ea typeface="Onest"/>
                <a:cs typeface="Onest"/>
              </a:rPr>
              <a:t>✓</a:t>
            </a:r>
          </a:p>
        </p:txBody>
      </p:sp>
      <p:sp>
        <p:nvSpPr>
          <p:cNvPr id="23" name="">
            <a:extLst xmlns:a="http://schemas.openxmlformats.org/drawingml/2006/main">
              <a:ext uri="{FF2B5EF4-FFF2-40B4-BE49-F238E27FC236}">
                <a16:creationId xmlns:a16="http://schemas.microsoft.com/office/drawing/2014/main" id="{8A8C1D60-CA11-4323-8A8B-3082D54C22D4}"/>
              </a:ext>
            </a:extLst>
          </p:cNvPr>
          <p:cNvSpPr>
            <a:spLocks xmlns:a="http://schemas.openxmlformats.org/drawingml/2006/main" noGrp="1"/>
          </p:cNvSpPr>
          <p:nvPr/>
        </p:nvSpPr>
        <p:spPr>
          <a:xfrm xmlns:a="http://schemas.openxmlformats.org/drawingml/2006/main">
            <a:off x="6838950" y="394335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schedule pornit</a:t>
            </a:r>
          </a:p>
        </p:txBody>
      </p:sp>
      <p:sp>
        <p:nvSpPr>
          <p:cNvPr id="24" name="">
            <a:extLst xmlns:a="http://schemas.openxmlformats.org/drawingml/2006/main">
              <a:ext uri="{FF2B5EF4-FFF2-40B4-BE49-F238E27FC236}">
                <a16:creationId xmlns:a16="http://schemas.microsoft.com/office/drawing/2014/main" id="{F5C596CC-72D8-44D0-99DE-2E4A6B8C4EA5}"/>
              </a:ext>
            </a:extLst>
          </p:cNvPr>
          <p:cNvSpPr>
            <a:spLocks xmlns:a="http://schemas.openxmlformats.org/drawingml/2006/main" noGrp="1"/>
          </p:cNvSpPr>
          <p:nvPr/>
        </p:nvSpPr>
        <p:spPr>
          <a:xfrm xmlns:a="http://schemas.openxmlformats.org/drawingml/2006/main">
            <a:off x="1333500" y="4572000"/>
            <a:ext cx="4286250" cy="51435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C748661D-9F42-4354-B1FE-4BA825200AF4}"/>
              </a:ext>
            </a:extLst>
          </p:cNvPr>
          <p:cNvSpPr>
            <a:spLocks xmlns:a="http://schemas.openxmlformats.org/drawingml/2006/main" noGrp="1"/>
          </p:cNvSpPr>
          <p:nvPr/>
        </p:nvSpPr>
        <p:spPr>
          <a:xfrm xmlns:a="http://schemas.openxmlformats.org/drawingml/2006/main">
            <a:off x="1485900" y="4676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2D52D4"/>
                </a:solidFill>
                <a:latin typeface="Onest"/>
                <a:ea typeface="Onest"/>
                <a:cs typeface="Onest"/>
              </a:defRPr>
            </a:pPr>
            <a:r>
              <a:rPr sz="1725" b="1" i="0">
                <a:solidFill>
                  <a:srgbClr val="2D52D4"/>
                </a:solidFill>
                <a:latin typeface="Onest"/>
                <a:ea typeface="Onest"/>
                <a:cs typeface="Onest"/>
              </a:rPr>
              <a:t>✓</a:t>
            </a:r>
          </a:p>
        </p:txBody>
      </p:sp>
      <p:sp>
        <p:nvSpPr>
          <p:cNvPr id="26" name="">
            <a:extLst xmlns:a="http://schemas.openxmlformats.org/drawingml/2006/main">
              <a:ext uri="{FF2B5EF4-FFF2-40B4-BE49-F238E27FC236}">
                <a16:creationId xmlns:a16="http://schemas.microsoft.com/office/drawing/2014/main" id="{9607E515-41B2-4E62-BA42-EEAA3BA8F14E}"/>
              </a:ext>
            </a:extLst>
          </p:cNvPr>
          <p:cNvSpPr>
            <a:spLocks xmlns:a="http://schemas.openxmlformats.org/drawingml/2006/main" noGrp="1"/>
          </p:cNvSpPr>
          <p:nvPr/>
        </p:nvSpPr>
        <p:spPr>
          <a:xfrm xmlns:a="http://schemas.openxmlformats.org/drawingml/2006/main">
            <a:off x="1885950" y="468630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loguri monitorizate</a:t>
            </a:r>
          </a:p>
        </p:txBody>
      </p:sp>
      <p:sp>
        <p:nvSpPr>
          <p:cNvPr id="27" name="">
            <a:extLst xmlns:a="http://schemas.openxmlformats.org/drawingml/2006/main">
              <a:ext uri="{FF2B5EF4-FFF2-40B4-BE49-F238E27FC236}">
                <a16:creationId xmlns:a16="http://schemas.microsoft.com/office/drawing/2014/main" id="{40A3E943-4DBA-46FF-95CD-B06DDFFF9D94}"/>
              </a:ext>
            </a:extLst>
          </p:cNvPr>
          <p:cNvSpPr>
            <a:spLocks xmlns:a="http://schemas.openxmlformats.org/drawingml/2006/main" noGrp="1"/>
          </p:cNvSpPr>
          <p:nvPr/>
        </p:nvSpPr>
        <p:spPr>
          <a:xfrm xmlns:a="http://schemas.openxmlformats.org/drawingml/2006/main">
            <a:off x="6286500" y="4572000"/>
            <a:ext cx="4286250" cy="51435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630A80CB-F1B0-4979-AD5F-A7D59E209D16}"/>
              </a:ext>
            </a:extLst>
          </p:cNvPr>
          <p:cNvSpPr>
            <a:spLocks xmlns:a="http://schemas.openxmlformats.org/drawingml/2006/main" noGrp="1"/>
          </p:cNvSpPr>
          <p:nvPr/>
        </p:nvSpPr>
        <p:spPr>
          <a:xfrm xmlns:a="http://schemas.openxmlformats.org/drawingml/2006/main">
            <a:off x="6438900" y="4676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725" b="1" i="0">
                <a:solidFill>
                  <a:srgbClr val="2D52D4"/>
                </a:solidFill>
                <a:latin typeface="Onest"/>
                <a:ea typeface="Onest"/>
                <a:cs typeface="Onest"/>
              </a:defRPr>
            </a:pPr>
            <a:r>
              <a:rPr sz="1725" b="1" i="0">
                <a:solidFill>
                  <a:srgbClr val="2D52D4"/>
                </a:solidFill>
                <a:latin typeface="Onest"/>
                <a:ea typeface="Onest"/>
                <a:cs typeface="Onest"/>
              </a:rPr>
              <a:t>✓</a:t>
            </a:r>
          </a:p>
        </p:txBody>
      </p:sp>
      <p:sp>
        <p:nvSpPr>
          <p:cNvPr id="29" name="">
            <a:extLst xmlns:a="http://schemas.openxmlformats.org/drawingml/2006/main">
              <a:ext uri="{FF2B5EF4-FFF2-40B4-BE49-F238E27FC236}">
                <a16:creationId xmlns:a16="http://schemas.microsoft.com/office/drawing/2014/main" id="{7BF17A86-CB97-4F3B-B504-EF61766CE3B6}"/>
              </a:ext>
            </a:extLst>
          </p:cNvPr>
          <p:cNvSpPr>
            <a:spLocks xmlns:a="http://schemas.openxmlformats.org/drawingml/2006/main" noGrp="1"/>
          </p:cNvSpPr>
          <p:nvPr/>
        </p:nvSpPr>
        <p:spPr>
          <a:xfrm xmlns:a="http://schemas.openxmlformats.org/drawingml/2006/main">
            <a:off x="6838950" y="4686300"/>
            <a:ext cx="339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prag de stop definit</a:t>
            </a:r>
          </a:p>
        </p:txBody>
      </p:sp>
    </p:spTree>
    <p:extLst>
      <p:ext uri="{BB962C8B-B14F-4D97-AF65-F5344CB8AC3E}">
        <p14:creationId xmlns:p14="http://schemas.microsoft.com/office/powerpoint/2010/main" val="185004429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0A41406-6ADD-4B29-B324-380CD320B1C1}"/>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24 / 30</a:t>
            </a:r>
          </a:p>
        </p:txBody>
      </p:sp>
      <p:sp>
        <p:nvSpPr>
          <p:cNvPr id="2" name="">
            <a:extLst xmlns:a="http://schemas.openxmlformats.org/drawingml/2006/main">
              <a:ext uri="{FF2B5EF4-FFF2-40B4-BE49-F238E27FC236}">
                <a16:creationId xmlns:a16="http://schemas.microsoft.com/office/drawing/2014/main" id="{22050F37-3B09-4218-8A26-6C16B8A24368}"/>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5B202A-4951-47CD-A934-3314FC27E348}"/>
              </a:ext>
            </a:extLst>
          </p:cNvPr>
          <p:cNvSpPr>
            <a:spLocks xmlns:a="http://schemas.openxmlformats.org/drawingml/2006/main" noGrp="1"/>
          </p:cNvSpPr>
          <p:nvPr/>
        </p:nvSpPr>
        <p:spPr>
          <a:xfrm xmlns:a="http://schemas.openxmlformats.org/drawingml/2006/main">
            <a:off x="647700" y="533400"/>
            <a:ext cx="145542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CANALE SENSIBILE</a:t>
            </a:r>
          </a:p>
        </p:txBody>
      </p:sp>
      <p:sp>
        <p:nvSpPr>
          <p:cNvPr id="4" name="">
            <a:extLst xmlns:a="http://schemas.openxmlformats.org/drawingml/2006/main">
              <a:ext uri="{FF2B5EF4-FFF2-40B4-BE49-F238E27FC236}">
                <a16:creationId xmlns:a16="http://schemas.microsoft.com/office/drawing/2014/main" id="{972DAEE9-4357-4774-8227-3BB7EDC36400}"/>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SMS-ul cere permisiune si temei</a:t>
            </a:r>
          </a:p>
        </p:txBody>
      </p:sp>
      <p:sp>
        <p:nvSpPr>
          <p:cNvPr id="5" name="">
            <a:extLst xmlns:a="http://schemas.openxmlformats.org/drawingml/2006/main">
              <a:ext uri="{FF2B5EF4-FFF2-40B4-BE49-F238E27FC236}">
                <a16:creationId xmlns:a16="http://schemas.microsoft.com/office/drawing/2014/main" id="{AB1A75E3-70DE-4DF2-8E16-ACE7DFED6A73}"/>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Doar pentru ca poti trimite prin API nu inseamna ca trebuie.</a:t>
            </a:r>
          </a:p>
        </p:txBody>
      </p:sp>
      <p:sp>
        <p:nvSpPr>
          <p:cNvPr id="6" name="">
            <a:extLst xmlns:a="http://schemas.openxmlformats.org/drawingml/2006/main">
              <a:ext uri="{FF2B5EF4-FFF2-40B4-BE49-F238E27FC236}">
                <a16:creationId xmlns:a16="http://schemas.microsoft.com/office/drawing/2014/main" id="{275409A2-D296-4DC1-B839-1DE4FEC30FAF}"/>
              </a:ext>
            </a:extLst>
          </p:cNvPr>
          <p:cNvSpPr>
            <a:spLocks xmlns:a="http://schemas.openxmlformats.org/drawingml/2006/main" noGrp="1"/>
          </p:cNvSpPr>
          <p:nvPr/>
        </p:nvSpPr>
        <p:spPr>
          <a:xfrm xmlns:a="http://schemas.openxmlformats.org/drawingml/2006/main">
            <a:off x="1466850" y="2476500"/>
            <a:ext cx="2476500" cy="2571750"/>
          </a:xfrm>
          <a:prstGeom xmlns:a="http://schemas.openxmlformats.org/drawingml/2006/main" prst="roundRect">
            <a:avLst>
              <a:gd name="adj" fmla="val 6923"/>
            </a:avLst>
          </a:prstGeom>
          <a:solidFill xmlns:a="http://schemas.openxmlformats.org/drawingml/2006/main">
            <a:srgbClr val="F0FDF4"/>
          </a:solidFill>
          <a:ln xmlns:a="http://schemas.openxmlformats.org/drawingml/2006/main" w="9525">
            <a:solidFill>
              <a:srgbClr val="16A34A">
                <a:alpha val="55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F61453F-CF83-439D-958C-5729F5556CF9}"/>
              </a:ext>
            </a:extLst>
          </p:cNvPr>
          <p:cNvSpPr>
            <a:spLocks xmlns:a="http://schemas.openxmlformats.org/drawingml/2006/main" noGrp="1"/>
          </p:cNvSpPr>
          <p:nvPr/>
        </p:nvSpPr>
        <p:spPr>
          <a:xfrm xmlns:a="http://schemas.openxmlformats.org/drawingml/2006/main">
            <a:off x="2324100" y="2781300"/>
            <a:ext cx="762000" cy="762000"/>
          </a:xfrm>
          <a:prstGeom xmlns:a="http://schemas.openxmlformats.org/drawingml/2006/main" prst="ellipse">
            <a:avLst/>
          </a:prstGeom>
          <a:solidFill xmlns:a="http://schemas.openxmlformats.org/drawingml/2006/main">
            <a:srgbClr val="16A34A"/>
          </a:solidFill>
          <a:ln xmlns:a="http://schemas.openxmlformats.org/drawingml/2006/main" w="9525">
            <a:solidFill>
              <a:srgbClr val="16A34A"/>
            </a:solidFill>
            <a:prstDash val="solid"/>
          </a:ln>
        </p:spPr>
      </p:sp>
      <p:sp>
        <p:nvSpPr>
          <p:cNvPr id="8" name="">
            <a:extLst xmlns:a="http://schemas.openxmlformats.org/drawingml/2006/main">
              <a:ext uri="{FF2B5EF4-FFF2-40B4-BE49-F238E27FC236}">
                <a16:creationId xmlns:a16="http://schemas.microsoft.com/office/drawing/2014/main" id="{481BAA48-2AF0-4C12-A686-21C50FF19F3F}"/>
              </a:ext>
            </a:extLst>
          </p:cNvPr>
          <p:cNvSpPr>
            <a:spLocks xmlns:a="http://schemas.openxmlformats.org/drawingml/2006/main" noGrp="1"/>
          </p:cNvSpPr>
          <p:nvPr/>
        </p:nvSpPr>
        <p:spPr>
          <a:xfrm xmlns:a="http://schemas.openxmlformats.org/drawingml/2006/main">
            <a:off x="1924050" y="37338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i="0">
                <a:solidFill>
                  <a:srgbClr val="16A34A"/>
                </a:solidFill>
                <a:latin typeface="Onest"/>
                <a:ea typeface="Onest"/>
                <a:cs typeface="Onest"/>
              </a:defRPr>
            </a:pPr>
            <a:r>
              <a:rPr sz="1875" b="1" i="0">
                <a:solidFill>
                  <a:srgbClr val="16A34A"/>
                </a:solidFill>
                <a:latin typeface="Onest"/>
                <a:ea typeface="Onest"/>
                <a:cs typeface="Onest"/>
              </a:rPr>
              <a:t>Verde</a:t>
            </a:r>
          </a:p>
        </p:txBody>
      </p:sp>
      <p:sp>
        <p:nvSpPr>
          <p:cNvPr id="9" name="">
            <a:extLst xmlns:a="http://schemas.openxmlformats.org/drawingml/2006/main">
              <a:ext uri="{FF2B5EF4-FFF2-40B4-BE49-F238E27FC236}">
                <a16:creationId xmlns:a16="http://schemas.microsoft.com/office/drawing/2014/main" id="{30D68C2C-45A4-412D-8814-5CC51530FDAE}"/>
              </a:ext>
            </a:extLst>
          </p:cNvPr>
          <p:cNvSpPr>
            <a:spLocks xmlns:a="http://schemas.openxmlformats.org/drawingml/2006/main" noGrp="1"/>
          </p:cNvSpPr>
          <p:nvPr/>
        </p:nvSpPr>
        <p:spPr>
          <a:xfrm xmlns:a="http://schemas.openxmlformats.org/drawingml/2006/main">
            <a:off x="1733550" y="4210050"/>
            <a:ext cx="19431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notificari tranzactionale</a:t>
            </a:r>
          </a:p>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opt-in</a:t>
            </a:r>
          </a:p>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relatie existenta</a:t>
            </a:r>
          </a:p>
        </p:txBody>
      </p:sp>
      <p:sp>
        <p:nvSpPr>
          <p:cNvPr id="10" name="">
            <a:extLst xmlns:a="http://schemas.openxmlformats.org/drawingml/2006/main">
              <a:ext uri="{FF2B5EF4-FFF2-40B4-BE49-F238E27FC236}">
                <a16:creationId xmlns:a16="http://schemas.microsoft.com/office/drawing/2014/main" id="{6FEE5B1D-11D2-4204-B56A-A4C5D17CE865}"/>
              </a:ext>
            </a:extLst>
          </p:cNvPr>
          <p:cNvSpPr>
            <a:spLocks xmlns:a="http://schemas.openxmlformats.org/drawingml/2006/main" noGrp="1"/>
          </p:cNvSpPr>
          <p:nvPr/>
        </p:nvSpPr>
        <p:spPr>
          <a:xfrm xmlns:a="http://schemas.openxmlformats.org/drawingml/2006/main">
            <a:off x="4572000" y="2476500"/>
            <a:ext cx="2476500" cy="2571750"/>
          </a:xfrm>
          <a:prstGeom xmlns:a="http://schemas.openxmlformats.org/drawingml/2006/main" prst="roundRect">
            <a:avLst>
              <a:gd name="adj" fmla="val 6923"/>
            </a:avLst>
          </a:prstGeom>
          <a:solidFill xmlns:a="http://schemas.openxmlformats.org/drawingml/2006/main">
            <a:srgbClr val="FFFBEB"/>
          </a:solidFill>
          <a:ln xmlns:a="http://schemas.openxmlformats.org/drawingml/2006/main" w="9525">
            <a:solidFill>
              <a:srgbClr val="F59E0B">
                <a:alpha val="55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C69D0CD-2174-4FAD-86D9-560ACB715106}"/>
              </a:ext>
            </a:extLst>
          </p:cNvPr>
          <p:cNvSpPr>
            <a:spLocks xmlns:a="http://schemas.openxmlformats.org/drawingml/2006/main" noGrp="1"/>
          </p:cNvSpPr>
          <p:nvPr/>
        </p:nvSpPr>
        <p:spPr>
          <a:xfrm xmlns:a="http://schemas.openxmlformats.org/drawingml/2006/main">
            <a:off x="5429250" y="2781300"/>
            <a:ext cx="762000" cy="76200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12" name="">
            <a:extLst xmlns:a="http://schemas.openxmlformats.org/drawingml/2006/main">
              <a:ext uri="{FF2B5EF4-FFF2-40B4-BE49-F238E27FC236}">
                <a16:creationId xmlns:a16="http://schemas.microsoft.com/office/drawing/2014/main" id="{60682ABA-5C3A-496C-A012-70AA6025568B}"/>
              </a:ext>
            </a:extLst>
          </p:cNvPr>
          <p:cNvSpPr>
            <a:spLocks xmlns:a="http://schemas.openxmlformats.org/drawingml/2006/main" noGrp="1"/>
          </p:cNvSpPr>
          <p:nvPr/>
        </p:nvSpPr>
        <p:spPr>
          <a:xfrm xmlns:a="http://schemas.openxmlformats.org/drawingml/2006/main">
            <a:off x="5029200" y="37338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i="0">
                <a:solidFill>
                  <a:srgbClr val="F59E0B"/>
                </a:solidFill>
                <a:latin typeface="Onest"/>
                <a:ea typeface="Onest"/>
                <a:cs typeface="Onest"/>
              </a:defRPr>
            </a:pPr>
            <a:r>
              <a:rPr sz="1875" b="1" i="0">
                <a:solidFill>
                  <a:srgbClr val="F59E0B"/>
                </a:solidFill>
                <a:latin typeface="Onest"/>
                <a:ea typeface="Onest"/>
                <a:cs typeface="Onest"/>
              </a:rPr>
              <a:t>Galben</a:t>
            </a:r>
          </a:p>
        </p:txBody>
      </p:sp>
      <p:sp>
        <p:nvSpPr>
          <p:cNvPr id="13" name="">
            <a:extLst xmlns:a="http://schemas.openxmlformats.org/drawingml/2006/main">
              <a:ext uri="{FF2B5EF4-FFF2-40B4-BE49-F238E27FC236}">
                <a16:creationId xmlns:a16="http://schemas.microsoft.com/office/drawing/2014/main" id="{109208AB-F92A-451C-901A-97241D2EBFAA}"/>
              </a:ext>
            </a:extLst>
          </p:cNvPr>
          <p:cNvSpPr>
            <a:spLocks xmlns:a="http://schemas.openxmlformats.org/drawingml/2006/main" noGrp="1"/>
          </p:cNvSpPr>
          <p:nvPr/>
        </p:nvSpPr>
        <p:spPr>
          <a:xfrm xmlns:a="http://schemas.openxmlformats.org/drawingml/2006/main">
            <a:off x="4838700" y="4210050"/>
            <a:ext cx="19431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telefon public de serviciu</a:t>
            </a:r>
          </a:p>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verificare manuala</a:t>
            </a:r>
          </a:p>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scop clar</a:t>
            </a:r>
          </a:p>
        </p:txBody>
      </p:sp>
      <p:sp>
        <p:nvSpPr>
          <p:cNvPr id="14" name="">
            <a:extLst xmlns:a="http://schemas.openxmlformats.org/drawingml/2006/main">
              <a:ext uri="{FF2B5EF4-FFF2-40B4-BE49-F238E27FC236}">
                <a16:creationId xmlns:a16="http://schemas.microsoft.com/office/drawing/2014/main" id="{9B3118E9-840E-47EC-9394-5BCCD44F6166}"/>
              </a:ext>
            </a:extLst>
          </p:cNvPr>
          <p:cNvSpPr>
            <a:spLocks xmlns:a="http://schemas.openxmlformats.org/drawingml/2006/main" noGrp="1"/>
          </p:cNvSpPr>
          <p:nvPr/>
        </p:nvSpPr>
        <p:spPr>
          <a:xfrm xmlns:a="http://schemas.openxmlformats.org/drawingml/2006/main">
            <a:off x="7677150" y="2476500"/>
            <a:ext cx="2476500" cy="2571750"/>
          </a:xfrm>
          <a:prstGeom xmlns:a="http://schemas.openxmlformats.org/drawingml/2006/main" prst="roundRect">
            <a:avLst>
              <a:gd name="adj" fmla="val 6923"/>
            </a:avLst>
          </a:prstGeom>
          <a:solidFill xmlns:a="http://schemas.openxmlformats.org/drawingml/2006/main">
            <a:srgbClr val="FEF2F2"/>
          </a:solidFill>
          <a:ln xmlns:a="http://schemas.openxmlformats.org/drawingml/2006/main" w="9525">
            <a:solidFill>
              <a:srgbClr val="DC2626">
                <a:alpha val="55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9608B19-4A40-4B98-B9C0-0F9884DCD226}"/>
              </a:ext>
            </a:extLst>
          </p:cNvPr>
          <p:cNvSpPr>
            <a:spLocks xmlns:a="http://schemas.openxmlformats.org/drawingml/2006/main" noGrp="1"/>
          </p:cNvSpPr>
          <p:nvPr/>
        </p:nvSpPr>
        <p:spPr>
          <a:xfrm xmlns:a="http://schemas.openxmlformats.org/drawingml/2006/main">
            <a:off x="8534400" y="2781300"/>
            <a:ext cx="762000" cy="76200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16" name="">
            <a:extLst xmlns:a="http://schemas.openxmlformats.org/drawingml/2006/main">
              <a:ext uri="{FF2B5EF4-FFF2-40B4-BE49-F238E27FC236}">
                <a16:creationId xmlns:a16="http://schemas.microsoft.com/office/drawing/2014/main" id="{3F09229D-A7A7-414E-8396-09350056FE1E}"/>
              </a:ext>
            </a:extLst>
          </p:cNvPr>
          <p:cNvSpPr>
            <a:spLocks xmlns:a="http://schemas.openxmlformats.org/drawingml/2006/main" noGrp="1"/>
          </p:cNvSpPr>
          <p:nvPr/>
        </p:nvSpPr>
        <p:spPr>
          <a:xfrm xmlns:a="http://schemas.openxmlformats.org/drawingml/2006/main">
            <a:off x="8134350" y="37338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i="0">
                <a:solidFill>
                  <a:srgbClr val="DC2626"/>
                </a:solidFill>
                <a:latin typeface="Onest"/>
                <a:ea typeface="Onest"/>
                <a:cs typeface="Onest"/>
              </a:defRPr>
            </a:pPr>
            <a:r>
              <a:rPr sz="1875" b="1" i="0">
                <a:solidFill>
                  <a:srgbClr val="DC2626"/>
                </a:solidFill>
                <a:latin typeface="Onest"/>
                <a:ea typeface="Onest"/>
                <a:cs typeface="Onest"/>
              </a:rPr>
              <a:t>Rosu</a:t>
            </a:r>
          </a:p>
        </p:txBody>
      </p:sp>
      <p:sp>
        <p:nvSpPr>
          <p:cNvPr id="17" name="">
            <a:extLst xmlns:a="http://schemas.openxmlformats.org/drawingml/2006/main">
              <a:ext uri="{FF2B5EF4-FFF2-40B4-BE49-F238E27FC236}">
                <a16:creationId xmlns:a16="http://schemas.microsoft.com/office/drawing/2014/main" id="{DCC26199-9DC0-4782-BD69-573E6CD33A5E}"/>
              </a:ext>
            </a:extLst>
          </p:cNvPr>
          <p:cNvSpPr>
            <a:spLocks xmlns:a="http://schemas.openxmlformats.org/drawingml/2006/main" noGrp="1"/>
          </p:cNvSpPr>
          <p:nvPr/>
        </p:nvSpPr>
        <p:spPr>
          <a:xfrm xmlns:a="http://schemas.openxmlformats.org/drawingml/2006/main">
            <a:off x="7943850" y="4210050"/>
            <a:ext cx="19431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promotional in masa</a:t>
            </a:r>
          </a:p>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fara consimtamant</a:t>
            </a:r>
          </a:p>
          <a:p xmlns:a="http://schemas.openxmlformats.org/drawingml/2006/main">
            <a:pPr algn="ctr">
              <a:lnSpc>
                <a:spcPct val="112000"/>
              </a:lnSpc>
              <a:buNone/>
              <a:defRPr sz="1275" b="0" i="0">
                <a:solidFill>
                  <a:srgbClr val="0F172A"/>
                </a:solidFill>
                <a:latin typeface="Onest"/>
                <a:ea typeface="Onest"/>
                <a:cs typeface="Onest"/>
              </a:defRPr>
            </a:pPr>
            <a:r>
              <a:rPr sz="1275" b="0" i="0">
                <a:solidFill>
                  <a:srgbClr val="0F172A"/>
                </a:solidFill>
                <a:latin typeface="Onest"/>
                <a:ea typeface="Onest"/>
                <a:cs typeface="Onest"/>
              </a:rPr>
              <a:t>fara opt-out</a:t>
            </a:r>
          </a:p>
        </p:txBody>
      </p:sp>
    </p:spTree>
    <p:extLst>
      <p:ext uri="{BB962C8B-B14F-4D97-AF65-F5344CB8AC3E}">
        <p14:creationId xmlns:p14="http://schemas.microsoft.com/office/powerpoint/2010/main" val="19348119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6DD6F81-F6DC-47B0-A516-A8370CB8FF97}"/>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25 / 30</a:t>
            </a:r>
          </a:p>
        </p:txBody>
      </p:sp>
      <p:sp>
        <p:nvSpPr>
          <p:cNvPr id="2" name="">
            <a:extLst xmlns:a="http://schemas.openxmlformats.org/drawingml/2006/main">
              <a:ext uri="{FF2B5EF4-FFF2-40B4-BE49-F238E27FC236}">
                <a16:creationId xmlns:a16="http://schemas.microsoft.com/office/drawing/2014/main" id="{7BB2D9F6-6D6D-490D-91D5-9669095BD65B}"/>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CEA715-EE31-4884-81F9-6F2F0ACFFCBA}"/>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BLUEPRINT</a:t>
            </a:r>
          </a:p>
        </p:txBody>
      </p:sp>
      <p:sp>
        <p:nvSpPr>
          <p:cNvPr id="4" name="">
            <a:extLst xmlns:a="http://schemas.openxmlformats.org/drawingml/2006/main">
              <a:ext uri="{FF2B5EF4-FFF2-40B4-BE49-F238E27FC236}">
                <a16:creationId xmlns:a16="http://schemas.microsoft.com/office/drawing/2014/main" id="{B6E2D0F9-6685-4827-8F30-F49150269F27}"/>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Un agent nu este un singur prompt. Este un circuit.</a:t>
            </a:r>
          </a:p>
        </p:txBody>
      </p:sp>
      <p:sp>
        <p:nvSpPr>
          <p:cNvPr id="5" name="">
            <a:extLst xmlns:a="http://schemas.openxmlformats.org/drawingml/2006/main">
              <a:ext uri="{FF2B5EF4-FFF2-40B4-BE49-F238E27FC236}">
                <a16:creationId xmlns:a16="http://schemas.microsoft.com/office/drawing/2014/main" id="{1BD9BCB6-4377-4797-BD81-C234A0538523}"/>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Aceasta harta spune ce intra, unde se decide si unde intervine omul.</a:t>
            </a:r>
          </a:p>
        </p:txBody>
      </p:sp>
      <p:sp>
        <p:nvSpPr>
          <p:cNvPr id="6" name="">
            <a:extLst xmlns:a="http://schemas.openxmlformats.org/drawingml/2006/main">
              <a:ext uri="{FF2B5EF4-FFF2-40B4-BE49-F238E27FC236}">
                <a16:creationId xmlns:a16="http://schemas.microsoft.com/office/drawing/2014/main" id="{9262BF65-DEA4-4B47-A4C5-049D437AD2C1}"/>
              </a:ext>
            </a:extLst>
          </p:cNvPr>
          <p:cNvSpPr>
            <a:spLocks xmlns:a="http://schemas.openxmlformats.org/drawingml/2006/main" noGrp="1"/>
          </p:cNvSpPr>
          <p:nvPr/>
        </p:nvSpPr>
        <p:spPr>
          <a:xfrm xmlns:a="http://schemas.openxmlformats.org/drawingml/2006/main">
            <a:off x="2362200" y="3600450"/>
            <a:ext cx="62865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7" name="">
            <a:extLst xmlns:a="http://schemas.openxmlformats.org/drawingml/2006/main">
              <a:ext uri="{FF2B5EF4-FFF2-40B4-BE49-F238E27FC236}">
                <a16:creationId xmlns:a16="http://schemas.microsoft.com/office/drawing/2014/main" id="{2E6DB20A-E04E-4EB5-A43D-ED550A61BAD0}"/>
              </a:ext>
            </a:extLst>
          </p:cNvPr>
          <p:cNvSpPr>
            <a:spLocks xmlns:a="http://schemas.openxmlformats.org/drawingml/2006/main" noGrp="1"/>
          </p:cNvSpPr>
          <p:nvPr/>
        </p:nvSpPr>
        <p:spPr>
          <a:xfrm xmlns:a="http://schemas.openxmlformats.org/drawingml/2006/main">
            <a:off x="4476750" y="3600450"/>
            <a:ext cx="62865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8" name="">
            <a:extLst xmlns:a="http://schemas.openxmlformats.org/drawingml/2006/main">
              <a:ext uri="{FF2B5EF4-FFF2-40B4-BE49-F238E27FC236}">
                <a16:creationId xmlns:a16="http://schemas.microsoft.com/office/drawing/2014/main" id="{7C1CC398-11D8-456C-BB71-9A2575B67841}"/>
              </a:ext>
            </a:extLst>
          </p:cNvPr>
          <p:cNvSpPr>
            <a:spLocks xmlns:a="http://schemas.openxmlformats.org/drawingml/2006/main" noGrp="1"/>
          </p:cNvSpPr>
          <p:nvPr/>
        </p:nvSpPr>
        <p:spPr>
          <a:xfrm xmlns:a="http://schemas.openxmlformats.org/drawingml/2006/main">
            <a:off x="6819900" y="3600450"/>
            <a:ext cx="62865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9" name="">
            <a:extLst xmlns:a="http://schemas.openxmlformats.org/drawingml/2006/main">
              <a:ext uri="{FF2B5EF4-FFF2-40B4-BE49-F238E27FC236}">
                <a16:creationId xmlns:a16="http://schemas.microsoft.com/office/drawing/2014/main" id="{2E0FC999-F77D-4F5F-A4A7-9701D464807A}"/>
              </a:ext>
            </a:extLst>
          </p:cNvPr>
          <p:cNvSpPr>
            <a:spLocks xmlns:a="http://schemas.openxmlformats.org/drawingml/2006/main" noGrp="1"/>
          </p:cNvSpPr>
          <p:nvPr/>
        </p:nvSpPr>
        <p:spPr>
          <a:xfrm xmlns:a="http://schemas.openxmlformats.org/drawingml/2006/main">
            <a:off x="9163050" y="3600450"/>
            <a:ext cx="62865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10" name="">
            <a:extLst xmlns:a="http://schemas.openxmlformats.org/drawingml/2006/main">
              <a:ext uri="{FF2B5EF4-FFF2-40B4-BE49-F238E27FC236}">
                <a16:creationId xmlns:a16="http://schemas.microsoft.com/office/drawing/2014/main" id="{6143BFB2-09F9-4601-9817-2E2B45BDFD7F}"/>
              </a:ext>
            </a:extLst>
          </p:cNvPr>
          <p:cNvSpPr>
            <a:spLocks xmlns:a="http://schemas.openxmlformats.org/drawingml/2006/main" noGrp="1"/>
          </p:cNvSpPr>
          <p:nvPr/>
        </p:nvSpPr>
        <p:spPr>
          <a:xfrm xmlns:a="http://schemas.openxmlformats.org/drawingml/2006/main">
            <a:off x="876300" y="3067050"/>
            <a:ext cx="1485900" cy="1066800"/>
          </a:xfrm>
          <a:prstGeom xmlns:a="http://schemas.openxmlformats.org/drawingml/2006/main" prst="roundRect">
            <a:avLst>
              <a:gd name="adj" fmla="val 14286"/>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7932BA3-230B-4C4C-A461-45DF00275E97}"/>
              </a:ext>
            </a:extLst>
          </p:cNvPr>
          <p:cNvSpPr>
            <a:spLocks xmlns:a="http://schemas.openxmlformats.org/drawingml/2006/main" noGrp="1"/>
          </p:cNvSpPr>
          <p:nvPr/>
        </p:nvSpPr>
        <p:spPr>
          <a:xfrm xmlns:a="http://schemas.openxmlformats.org/drawingml/2006/main">
            <a:off x="1028700" y="32766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Input</a:t>
            </a:r>
          </a:p>
        </p:txBody>
      </p:sp>
      <p:sp>
        <p:nvSpPr>
          <p:cNvPr id="12" name="">
            <a:extLst xmlns:a="http://schemas.openxmlformats.org/drawingml/2006/main">
              <a:ext uri="{FF2B5EF4-FFF2-40B4-BE49-F238E27FC236}">
                <a16:creationId xmlns:a16="http://schemas.microsoft.com/office/drawing/2014/main" id="{472431C2-2617-439C-BD9E-853281DF351B}"/>
              </a:ext>
            </a:extLst>
          </p:cNvPr>
          <p:cNvSpPr>
            <a:spLocks xmlns:a="http://schemas.openxmlformats.org/drawingml/2006/main" noGrp="1"/>
          </p:cNvSpPr>
          <p:nvPr/>
        </p:nvSpPr>
        <p:spPr>
          <a:xfrm xmlns:a="http://schemas.openxmlformats.org/drawingml/2006/main">
            <a:off x="1028700" y="36385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lead sheet + URL</a:t>
            </a:r>
          </a:p>
        </p:txBody>
      </p:sp>
      <p:sp>
        <p:nvSpPr>
          <p:cNvPr id="13" name="">
            <a:extLst xmlns:a="http://schemas.openxmlformats.org/drawingml/2006/main">
              <a:ext uri="{FF2B5EF4-FFF2-40B4-BE49-F238E27FC236}">
                <a16:creationId xmlns:a16="http://schemas.microsoft.com/office/drawing/2014/main" id="{6822E75B-A8BE-4347-832E-C24F3E53ACFC}"/>
              </a:ext>
            </a:extLst>
          </p:cNvPr>
          <p:cNvSpPr>
            <a:spLocks xmlns:a="http://schemas.openxmlformats.org/drawingml/2006/main" noGrp="1"/>
          </p:cNvSpPr>
          <p:nvPr/>
        </p:nvSpPr>
        <p:spPr>
          <a:xfrm xmlns:a="http://schemas.openxmlformats.org/drawingml/2006/main">
            <a:off x="2990850" y="3067050"/>
            <a:ext cx="1485900" cy="1066800"/>
          </a:xfrm>
          <a:prstGeom xmlns:a="http://schemas.openxmlformats.org/drawingml/2006/main" prst="roundRect">
            <a:avLst>
              <a:gd name="adj" fmla="val 14286"/>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EE143D1-6B10-49AA-ABD3-8D211EDA9D58}"/>
              </a:ext>
            </a:extLst>
          </p:cNvPr>
          <p:cNvSpPr>
            <a:spLocks xmlns:a="http://schemas.openxmlformats.org/drawingml/2006/main" noGrp="1"/>
          </p:cNvSpPr>
          <p:nvPr/>
        </p:nvSpPr>
        <p:spPr>
          <a:xfrm xmlns:a="http://schemas.openxmlformats.org/drawingml/2006/main">
            <a:off x="3143250" y="32766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Context</a:t>
            </a:r>
          </a:p>
        </p:txBody>
      </p:sp>
      <p:sp>
        <p:nvSpPr>
          <p:cNvPr id="15" name="">
            <a:extLst xmlns:a="http://schemas.openxmlformats.org/drawingml/2006/main">
              <a:ext uri="{FF2B5EF4-FFF2-40B4-BE49-F238E27FC236}">
                <a16:creationId xmlns:a16="http://schemas.microsoft.com/office/drawing/2014/main" id="{CF342AEC-779A-4E70-9E9F-02C2485CC8DB}"/>
              </a:ext>
            </a:extLst>
          </p:cNvPr>
          <p:cNvSpPr>
            <a:spLocks xmlns:a="http://schemas.openxmlformats.org/drawingml/2006/main" noGrp="1"/>
          </p:cNvSpPr>
          <p:nvPr/>
        </p:nvSpPr>
        <p:spPr>
          <a:xfrm xmlns:a="http://schemas.openxmlformats.org/drawingml/2006/main">
            <a:off x="3143250" y="36385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oferta + ton + reguli</a:t>
            </a:r>
          </a:p>
        </p:txBody>
      </p:sp>
      <p:sp>
        <p:nvSpPr>
          <p:cNvPr id="16" name="">
            <a:extLst xmlns:a="http://schemas.openxmlformats.org/drawingml/2006/main">
              <a:ext uri="{FF2B5EF4-FFF2-40B4-BE49-F238E27FC236}">
                <a16:creationId xmlns:a16="http://schemas.microsoft.com/office/drawing/2014/main" id="{10F55DD3-ACC9-4352-B1FB-C345C78C968D}"/>
              </a:ext>
            </a:extLst>
          </p:cNvPr>
          <p:cNvSpPr>
            <a:spLocks xmlns:a="http://schemas.openxmlformats.org/drawingml/2006/main" noGrp="1"/>
          </p:cNvSpPr>
          <p:nvPr/>
        </p:nvSpPr>
        <p:spPr>
          <a:xfrm xmlns:a="http://schemas.openxmlformats.org/drawingml/2006/main">
            <a:off x="5334000" y="3067050"/>
            <a:ext cx="1485900" cy="1066800"/>
          </a:xfrm>
          <a:prstGeom xmlns:a="http://schemas.openxmlformats.org/drawingml/2006/main" prst="roundRect">
            <a:avLst>
              <a:gd name="adj" fmla="val 14286"/>
            </a:avLst>
          </a:prstGeom>
          <a:solidFill xmlns:a="http://schemas.openxmlformats.org/drawingml/2006/main">
            <a:srgbClr val="EEF2FF"/>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A7A0414-831E-48B4-A489-78BB9E1167BD}"/>
              </a:ext>
            </a:extLst>
          </p:cNvPr>
          <p:cNvSpPr>
            <a:spLocks xmlns:a="http://schemas.openxmlformats.org/drawingml/2006/main" noGrp="1"/>
          </p:cNvSpPr>
          <p:nvPr/>
        </p:nvSpPr>
        <p:spPr>
          <a:xfrm xmlns:a="http://schemas.openxmlformats.org/drawingml/2006/main">
            <a:off x="5486400" y="32766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Decizie</a:t>
            </a:r>
          </a:p>
        </p:txBody>
      </p:sp>
      <p:sp>
        <p:nvSpPr>
          <p:cNvPr id="18" name="">
            <a:extLst xmlns:a="http://schemas.openxmlformats.org/drawingml/2006/main">
              <a:ext uri="{FF2B5EF4-FFF2-40B4-BE49-F238E27FC236}">
                <a16:creationId xmlns:a16="http://schemas.microsoft.com/office/drawing/2014/main" id="{11A88A23-94E9-4C8A-8071-5FCC76B4EFC6}"/>
              </a:ext>
            </a:extLst>
          </p:cNvPr>
          <p:cNvSpPr>
            <a:spLocks xmlns:a="http://schemas.openxmlformats.org/drawingml/2006/main" noGrp="1"/>
          </p:cNvSpPr>
          <p:nvPr/>
        </p:nvSpPr>
        <p:spPr>
          <a:xfrm xmlns:a="http://schemas.openxmlformats.org/drawingml/2006/main">
            <a:off x="5486400" y="36385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agentul alege pasul</a:t>
            </a:r>
          </a:p>
        </p:txBody>
      </p:sp>
      <p:sp>
        <p:nvSpPr>
          <p:cNvPr id="19" name="">
            <a:extLst xmlns:a="http://schemas.openxmlformats.org/drawingml/2006/main">
              <a:ext uri="{FF2B5EF4-FFF2-40B4-BE49-F238E27FC236}">
                <a16:creationId xmlns:a16="http://schemas.microsoft.com/office/drawing/2014/main" id="{26A4AEE5-8227-4BD1-929B-A2B4D678DF14}"/>
              </a:ext>
            </a:extLst>
          </p:cNvPr>
          <p:cNvSpPr>
            <a:spLocks xmlns:a="http://schemas.openxmlformats.org/drawingml/2006/main" noGrp="1"/>
          </p:cNvSpPr>
          <p:nvPr/>
        </p:nvSpPr>
        <p:spPr>
          <a:xfrm xmlns:a="http://schemas.openxmlformats.org/drawingml/2006/main">
            <a:off x="7677150" y="3067050"/>
            <a:ext cx="1485900" cy="1066800"/>
          </a:xfrm>
          <a:prstGeom xmlns:a="http://schemas.openxmlformats.org/drawingml/2006/main" prst="roundRect">
            <a:avLst>
              <a:gd name="adj" fmla="val 14286"/>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9D138DA2-5DCF-4CD4-BB26-AC3DE3E5CD5F}"/>
              </a:ext>
            </a:extLst>
          </p:cNvPr>
          <p:cNvSpPr>
            <a:spLocks xmlns:a="http://schemas.openxmlformats.org/drawingml/2006/main" noGrp="1"/>
          </p:cNvSpPr>
          <p:nvPr/>
        </p:nvSpPr>
        <p:spPr>
          <a:xfrm xmlns:a="http://schemas.openxmlformats.org/drawingml/2006/main">
            <a:off x="7829550" y="32766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Tool call</a:t>
            </a:r>
          </a:p>
        </p:txBody>
      </p:sp>
      <p:sp>
        <p:nvSpPr>
          <p:cNvPr id="21" name="">
            <a:extLst xmlns:a="http://schemas.openxmlformats.org/drawingml/2006/main">
              <a:ext uri="{FF2B5EF4-FFF2-40B4-BE49-F238E27FC236}">
                <a16:creationId xmlns:a16="http://schemas.microsoft.com/office/drawing/2014/main" id="{0AA09BC9-72C7-4F40-B8B0-9D54A070E041}"/>
              </a:ext>
            </a:extLst>
          </p:cNvPr>
          <p:cNvSpPr>
            <a:spLocks xmlns:a="http://schemas.openxmlformats.org/drawingml/2006/main" noGrp="1"/>
          </p:cNvSpPr>
          <p:nvPr/>
        </p:nvSpPr>
        <p:spPr>
          <a:xfrm xmlns:a="http://schemas.openxmlformats.org/drawingml/2006/main">
            <a:off x="7829550" y="36385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MCP / API / email</a:t>
            </a:r>
          </a:p>
        </p:txBody>
      </p:sp>
      <p:sp>
        <p:nvSpPr>
          <p:cNvPr id="22" name="">
            <a:extLst xmlns:a="http://schemas.openxmlformats.org/drawingml/2006/main">
              <a:ext uri="{FF2B5EF4-FFF2-40B4-BE49-F238E27FC236}">
                <a16:creationId xmlns:a16="http://schemas.microsoft.com/office/drawing/2014/main" id="{5A940F9E-3918-4928-86AD-300B8D45581C}"/>
              </a:ext>
            </a:extLst>
          </p:cNvPr>
          <p:cNvSpPr>
            <a:spLocks xmlns:a="http://schemas.openxmlformats.org/drawingml/2006/main" noGrp="1"/>
          </p:cNvSpPr>
          <p:nvPr/>
        </p:nvSpPr>
        <p:spPr>
          <a:xfrm xmlns:a="http://schemas.openxmlformats.org/drawingml/2006/main">
            <a:off x="9906000" y="3067050"/>
            <a:ext cx="1485900" cy="1066800"/>
          </a:xfrm>
          <a:prstGeom xmlns:a="http://schemas.openxmlformats.org/drawingml/2006/main" prst="roundRect">
            <a:avLst>
              <a:gd name="adj" fmla="val 14286"/>
            </a:avLst>
          </a:prstGeom>
          <a:solidFill xmlns:a="http://schemas.openxmlformats.org/drawingml/2006/main">
            <a:srgbClr val="DCFCE7"/>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CC15E548-0C3A-4D79-B6E9-4AF7CB71033D}"/>
              </a:ext>
            </a:extLst>
          </p:cNvPr>
          <p:cNvSpPr>
            <a:spLocks xmlns:a="http://schemas.openxmlformats.org/drawingml/2006/main" noGrp="1"/>
          </p:cNvSpPr>
          <p:nvPr/>
        </p:nvSpPr>
        <p:spPr>
          <a:xfrm xmlns:a="http://schemas.openxmlformats.org/drawingml/2006/main">
            <a:off x="10058400" y="327660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QA</a:t>
            </a:r>
          </a:p>
        </p:txBody>
      </p:sp>
      <p:sp>
        <p:nvSpPr>
          <p:cNvPr id="24" name="">
            <a:extLst xmlns:a="http://schemas.openxmlformats.org/drawingml/2006/main">
              <a:ext uri="{FF2B5EF4-FFF2-40B4-BE49-F238E27FC236}">
                <a16:creationId xmlns:a16="http://schemas.microsoft.com/office/drawing/2014/main" id="{53010292-5A73-44AA-846B-28B2766EEB5A}"/>
              </a:ext>
            </a:extLst>
          </p:cNvPr>
          <p:cNvSpPr>
            <a:spLocks xmlns:a="http://schemas.openxmlformats.org/drawingml/2006/main" noGrp="1"/>
          </p:cNvSpPr>
          <p:nvPr/>
        </p:nvSpPr>
        <p:spPr>
          <a:xfrm xmlns:a="http://schemas.openxmlformats.org/drawingml/2006/main">
            <a:off x="10058400" y="36385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review + praguri</a:t>
            </a:r>
          </a:p>
        </p:txBody>
      </p:sp>
      <p:sp>
        <p:nvSpPr>
          <p:cNvPr id="25" name="">
            <a:extLst xmlns:a="http://schemas.openxmlformats.org/drawingml/2006/main">
              <a:ext uri="{FF2B5EF4-FFF2-40B4-BE49-F238E27FC236}">
                <a16:creationId xmlns:a16="http://schemas.microsoft.com/office/drawing/2014/main" id="{A8431F77-6954-4BC4-91FC-60C3B9BA0864}"/>
              </a:ext>
            </a:extLst>
          </p:cNvPr>
          <p:cNvSpPr>
            <a:spLocks xmlns:a="http://schemas.openxmlformats.org/drawingml/2006/main" noGrp="1"/>
          </p:cNvSpPr>
          <p:nvPr/>
        </p:nvSpPr>
        <p:spPr>
          <a:xfrm xmlns:a="http://schemas.openxmlformats.org/drawingml/2006/main">
            <a:off x="10648950" y="4362450"/>
            <a:ext cx="0" cy="723900"/>
          </a:xfrm>
          <a:prstGeom xmlns:a="http://schemas.openxmlformats.org/drawingml/2006/main" prst="line">
            <a:avLst/>
          </a:prstGeom>
          <a:noFill xmlns:a="http://schemas.openxmlformats.org/drawingml/2006/main"/>
          <a:ln xmlns:a="http://schemas.openxmlformats.org/drawingml/2006/main" w="28575">
            <a:solidFill>
              <a:srgbClr val="22C55E"/>
            </a:solidFill>
            <a:prstDash val="solid"/>
          </a:ln>
        </p:spPr>
      </p:sp>
      <p:sp>
        <p:nvSpPr>
          <p:cNvPr id="26" name="">
            <a:extLst xmlns:a="http://schemas.openxmlformats.org/drawingml/2006/main">
              <a:ext uri="{FF2B5EF4-FFF2-40B4-BE49-F238E27FC236}">
                <a16:creationId xmlns:a16="http://schemas.microsoft.com/office/drawing/2014/main" id="{2165C0F3-9C45-4CCA-A8CF-788C356DD24F}"/>
              </a:ext>
            </a:extLst>
          </p:cNvPr>
          <p:cNvSpPr>
            <a:spLocks xmlns:a="http://schemas.openxmlformats.org/drawingml/2006/main" noGrp="1"/>
          </p:cNvSpPr>
          <p:nvPr/>
        </p:nvSpPr>
        <p:spPr>
          <a:xfrm xmlns:a="http://schemas.openxmlformats.org/drawingml/2006/main">
            <a:off x="1809750" y="5086350"/>
            <a:ext cx="8839200" cy="0"/>
          </a:xfrm>
          <a:prstGeom xmlns:a="http://schemas.openxmlformats.org/drawingml/2006/main" prst="line">
            <a:avLst/>
          </a:prstGeom>
          <a:noFill xmlns:a="http://schemas.openxmlformats.org/drawingml/2006/main"/>
          <a:ln xmlns:a="http://schemas.openxmlformats.org/drawingml/2006/main" w="28575">
            <a:solidFill>
              <a:srgbClr val="22C55E"/>
            </a:solidFill>
            <a:prstDash val="solid"/>
          </a:ln>
        </p:spPr>
      </p:sp>
      <p:sp>
        <p:nvSpPr>
          <p:cNvPr id="27" name="">
            <a:extLst xmlns:a="http://schemas.openxmlformats.org/drawingml/2006/main">
              <a:ext uri="{FF2B5EF4-FFF2-40B4-BE49-F238E27FC236}">
                <a16:creationId xmlns:a16="http://schemas.microsoft.com/office/drawing/2014/main" id="{7B09B3B4-E1DA-4B8C-B0E5-F9BE28858B0F}"/>
              </a:ext>
            </a:extLst>
          </p:cNvPr>
          <p:cNvSpPr>
            <a:spLocks xmlns:a="http://schemas.openxmlformats.org/drawingml/2006/main" noGrp="1"/>
          </p:cNvSpPr>
          <p:nvPr/>
        </p:nvSpPr>
        <p:spPr>
          <a:xfrm xmlns:a="http://schemas.openxmlformats.org/drawingml/2006/main">
            <a:off x="1809750" y="4362450"/>
            <a:ext cx="0" cy="723900"/>
          </a:xfrm>
          <a:prstGeom xmlns:a="http://schemas.openxmlformats.org/drawingml/2006/main" prst="line">
            <a:avLst/>
          </a:prstGeom>
          <a:noFill xmlns:a="http://schemas.openxmlformats.org/drawingml/2006/main"/>
          <a:ln xmlns:a="http://schemas.openxmlformats.org/drawingml/2006/main" w="28575">
            <a:solidFill>
              <a:srgbClr val="22C55E"/>
            </a:solidFill>
            <a:prstDash val="solid"/>
          </a:ln>
        </p:spPr>
      </p:sp>
      <p:sp>
        <p:nvSpPr>
          <p:cNvPr id="28" name="">
            <a:extLst xmlns:a="http://schemas.openxmlformats.org/drawingml/2006/main">
              <a:ext uri="{FF2B5EF4-FFF2-40B4-BE49-F238E27FC236}">
                <a16:creationId xmlns:a16="http://schemas.microsoft.com/office/drawing/2014/main" id="{3BD19C74-BBBE-4464-AC74-0D6FAFAC1AE4}"/>
              </a:ext>
            </a:extLst>
          </p:cNvPr>
          <p:cNvSpPr>
            <a:spLocks xmlns:a="http://schemas.openxmlformats.org/drawingml/2006/main" noGrp="1"/>
          </p:cNvSpPr>
          <p:nvPr/>
        </p:nvSpPr>
        <p:spPr>
          <a:xfrm xmlns:a="http://schemas.openxmlformats.org/drawingml/2006/main">
            <a:off x="3200400" y="4762500"/>
            <a:ext cx="6134100" cy="628650"/>
          </a:xfrm>
          <a:prstGeom xmlns:a="http://schemas.openxmlformats.org/drawingml/2006/main" prst="roundRect">
            <a:avLst>
              <a:gd name="adj" fmla="val 21212"/>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725" b="1">
                <a:solidFill>
                  <a:srgbClr val="FFFFFF"/>
                </a:solidFill>
                <a:latin typeface="Onest"/>
                <a:ea typeface="Onest"/>
                <a:cs typeface="Onest"/>
              </a:defRPr>
            </a:pPr>
            <a:r>
              <a:rPr sz="1725" b="1">
                <a:solidFill>
                  <a:srgbClr val="FFFFFF"/>
                </a:solidFill>
                <a:latin typeface="Onest"/>
                <a:ea typeface="Onest"/>
                <a:cs typeface="Onest"/>
              </a:rPr>
              <a:t>Output + log de decizie + om pentru exceptii</a:t>
            </a:r>
          </a:p>
        </p:txBody>
      </p:sp>
      <p:sp>
        <p:nvSpPr>
          <p:cNvPr id="29" name="">
            <a:extLst xmlns:a="http://schemas.openxmlformats.org/drawingml/2006/main">
              <a:ext uri="{FF2B5EF4-FFF2-40B4-BE49-F238E27FC236}">
                <a16:creationId xmlns:a16="http://schemas.microsoft.com/office/drawing/2014/main" id="{835D5D37-AAC8-4363-9C94-B31501610237}"/>
              </a:ext>
            </a:extLst>
          </p:cNvPr>
          <p:cNvSpPr>
            <a:spLocks xmlns:a="http://schemas.openxmlformats.org/drawingml/2006/main" noGrp="1"/>
          </p:cNvSpPr>
          <p:nvPr/>
        </p:nvSpPr>
        <p:spPr>
          <a:xfrm xmlns:a="http://schemas.openxmlformats.org/drawingml/2006/main">
            <a:off x="838200" y="4800600"/>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22C55E"/>
                </a:solidFill>
                <a:latin typeface="Onest"/>
                <a:ea typeface="Onest"/>
                <a:cs typeface="Onest"/>
              </a:defRPr>
            </a:pPr>
            <a:r>
              <a:rPr sz="1200" b="1" i="0">
                <a:solidFill>
                  <a:srgbClr val="22C55E"/>
                </a:solidFill>
                <a:latin typeface="Onest"/>
                <a:ea typeface="Onest"/>
                <a:cs typeface="Onest"/>
              </a:rPr>
              <a:t>Bucla de control</a:t>
            </a:r>
          </a:p>
        </p:txBody>
      </p:sp>
    </p:spTree>
    <p:extLst>
      <p:ext uri="{BB962C8B-B14F-4D97-AF65-F5344CB8AC3E}">
        <p14:creationId xmlns:p14="http://schemas.microsoft.com/office/powerpoint/2010/main" val="9817388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ADCA8D4-070A-4AC8-BB88-F7E4B4DEF5B5}"/>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26 / 30</a:t>
            </a:r>
          </a:p>
        </p:txBody>
      </p:sp>
      <p:sp>
        <p:nvSpPr>
          <p:cNvPr id="2" name="">
            <a:extLst xmlns:a="http://schemas.openxmlformats.org/drawingml/2006/main">
              <a:ext uri="{FF2B5EF4-FFF2-40B4-BE49-F238E27FC236}">
                <a16:creationId xmlns:a16="http://schemas.microsoft.com/office/drawing/2014/main" id="{E96CA52C-CAE6-48DF-B20F-5360F064632E}"/>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8CB1E8-F547-4BE6-9C61-3113AE15DAF3}"/>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ARTEFACT</a:t>
            </a:r>
          </a:p>
        </p:txBody>
      </p:sp>
      <p:sp>
        <p:nvSpPr>
          <p:cNvPr id="4" name="">
            <a:extLst xmlns:a="http://schemas.openxmlformats.org/drawingml/2006/main">
              <a:ext uri="{FF2B5EF4-FFF2-40B4-BE49-F238E27FC236}">
                <a16:creationId xmlns:a16="http://schemas.microsoft.com/office/drawing/2014/main" id="{8FA89E28-60C5-4640-A01B-AF56DAF95165}"/>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Lead sheet-ul este memoria externa a campaniei</a:t>
            </a:r>
          </a:p>
        </p:txBody>
      </p:sp>
      <p:sp>
        <p:nvSpPr>
          <p:cNvPr id="5" name="">
            <a:extLst xmlns:a="http://schemas.openxmlformats.org/drawingml/2006/main">
              <a:ext uri="{FF2B5EF4-FFF2-40B4-BE49-F238E27FC236}">
                <a16:creationId xmlns:a16="http://schemas.microsoft.com/office/drawing/2014/main" id="{8D8EA6C6-6F69-4728-8F17-4D9438FEECB1}"/>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Fara acest tabel, agentul nu poate explica de unde vine un contact sau de ce a luat o decizie.</a:t>
            </a:r>
          </a:p>
        </p:txBody>
      </p:sp>
      <p:graphicFrame>
        <p:nvGraphicFramePr>
          <p:cNvPr id="24" name=""/>
          <p:cNvGraphicFramePr/>
          <p:nvPr/>
        </p:nvGraphicFramePr>
        <p:xfrm>
          <a:off xmlns:a="http://schemas.openxmlformats.org/drawingml/2006/main" x="685800" y="2286000"/>
          <a:ext xmlns:a="http://schemas.openxmlformats.org/drawingml/2006/main" cx="10820400" cy="2095500"/>
        </p:xfrm>
        <a:graphic xmlns:a="http://schemas.openxmlformats.org/drawingml/2006/main">
          <a:graphicData uri="http://schemas.openxmlformats.org/drawingml/2006/table">
            <a:tbl>
              <a:tblPr firstRow="1" bandRow="1"/>
              <a:tblGrid>
                <a:gridCol w="1909482"/>
                <a:gridCol w="2625538"/>
                <a:gridCol w="1750359"/>
                <a:gridCol w="1750359"/>
                <a:gridCol w="1432112"/>
                <a:gridCol w="1352550"/>
              </a:tblGrid>
              <a:tr h="523875">
                <a:tc>
                  <a:txBody>
                    <a:bodyPr/>
                    <a:lstStyle/>
                    <a:p>
                      <a:r>
                        <a:rPr sz="1125" b="1">
                          <a:solidFill>
                            <a:srgbClr val="FFFFFF"/>
                          </a:solidFill>
                        </a:rPr>
                        <a:t>Institutie</a:t>
                      </a:r>
                    </a:p>
                  </a:txBody>
                  <a:tcPr marL="91440" marR="91440" marT="45720" marB="45720">
                    <a:solidFill>
                      <a:srgbClr val="0B1120"/>
                    </a:solidFill>
                  </a:tcPr>
                </a:tc>
                <a:tc>
                  <a:txBody>
                    <a:bodyPr/>
                    <a:lstStyle/>
                    <a:p>
                      <a:r>
                        <a:rPr sz="1125" b="1">
                          <a:solidFill>
                            <a:srgbClr val="FFFFFF"/>
                          </a:solidFill>
                        </a:rPr>
                        <a:t>Sursa</a:t>
                      </a:r>
                    </a:p>
                  </a:txBody>
                  <a:tcPr marL="91440" marR="91440" marT="45720" marB="45720">
                    <a:solidFill>
                      <a:srgbClr val="0B1120"/>
                    </a:solidFill>
                  </a:tcPr>
                </a:tc>
                <a:tc>
                  <a:txBody>
                    <a:bodyPr/>
                    <a:lstStyle/>
                    <a:p>
                      <a:r>
                        <a:rPr sz="1125" b="1">
                          <a:solidFill>
                            <a:srgbClr val="FFFFFF"/>
                          </a:solidFill>
                        </a:rPr>
                        <a:t>Contact / rol</a:t>
                      </a:r>
                    </a:p>
                  </a:txBody>
                  <a:tcPr marL="91440" marR="91440" marT="45720" marB="45720">
                    <a:solidFill>
                      <a:srgbClr val="0B1120"/>
                    </a:solidFill>
                  </a:tcPr>
                </a:tc>
                <a:tc>
                  <a:txBody>
                    <a:bodyPr/>
                    <a:lstStyle/>
                    <a:p>
                      <a:r>
                        <a:rPr sz="1125" b="1">
                          <a:solidFill>
                            <a:srgbClr val="FFFFFF"/>
                          </a:solidFill>
                        </a:rPr>
                        <a:t>Ultima verificare</a:t>
                      </a:r>
                    </a:p>
                  </a:txBody>
                  <a:tcPr marL="91440" marR="91440" marT="45720" marB="45720">
                    <a:solidFill>
                      <a:srgbClr val="0B1120"/>
                    </a:solidFill>
                  </a:tcPr>
                </a:tc>
                <a:tc>
                  <a:txBody>
                    <a:bodyPr/>
                    <a:lstStyle/>
                    <a:p>
                      <a:r>
                        <a:rPr sz="1125" b="1">
                          <a:solidFill>
                            <a:srgbClr val="FFFFFF"/>
                          </a:solidFill>
                        </a:rPr>
                        <a:t>Status</a:t>
                      </a:r>
                    </a:p>
                  </a:txBody>
                  <a:tcPr marL="91440" marR="91440" marT="45720" marB="45720">
                    <a:solidFill>
                      <a:srgbClr val="0B1120"/>
                    </a:solidFill>
                  </a:tcPr>
                </a:tc>
                <a:tc>
                  <a:txBody>
                    <a:bodyPr/>
                    <a:lstStyle/>
                    <a:p>
                      <a:r>
                        <a:rPr sz="1125" b="1">
                          <a:solidFill>
                            <a:srgbClr val="FFFFFF"/>
                          </a:solidFill>
                        </a:rPr>
                        <a:t>Scor</a:t>
                      </a:r>
                    </a:p>
                  </a:txBody>
                  <a:tcPr marL="91440" marR="91440" marT="45720" marB="45720">
                    <a:solidFill>
                      <a:srgbClr val="0B1120"/>
                    </a:solidFill>
                  </a:tcPr>
                </a:tc>
              </a:tr>
              <a:tr h="523875">
                <a:tc>
                  <a:txBody>
                    <a:bodyPr/>
                    <a:lstStyle/>
                    <a:p>
                      <a:r>
                        <a:rPr sz="1125" b="1">
                          <a:solidFill>
                            <a:srgbClr val="0F172A"/>
                          </a:solidFill>
                        </a:rPr>
                        <a:t>BNS</a:t>
                      </a:r>
                    </a:p>
                  </a:txBody>
                  <a:tcPr marL="91440" marR="91440" marT="45720" marB="45720"/>
                </a:tc>
                <a:tc>
                  <a:txBody>
                    <a:bodyPr/>
                    <a:lstStyle/>
                    <a:p>
                      <a:r>
                        <a:rPr sz="1125" b="0">
                          <a:solidFill>
                            <a:srgbClr val="0F172A"/>
                          </a:solidFill>
                        </a:rPr>
                        <a:t>site / organigrama</a:t>
                      </a:r>
                    </a:p>
                  </a:txBody>
                  <a:tcPr marL="91440" marR="91440" marT="45720" marB="45720"/>
                </a:tc>
                <a:tc>
                  <a:txBody>
                    <a:bodyPr/>
                    <a:lstStyle/>
                    <a:p>
                      <a:r>
                        <a:rPr sz="1125" b="0">
                          <a:solidFill>
                            <a:srgbClr val="0F172A"/>
                          </a:solidFill>
                        </a:rPr>
                        <a:t>cadre / contact</a:t>
                      </a:r>
                    </a:p>
                  </a:txBody>
                  <a:tcPr marL="91440" marR="91440" marT="45720" marB="45720"/>
                </a:tc>
                <a:tc>
                  <a:txBody>
                    <a:bodyPr/>
                    <a:lstStyle/>
                    <a:p>
                      <a:r>
                        <a:rPr sz="1125" b="0">
                          <a:solidFill>
                            <a:srgbClr val="0F172A"/>
                          </a:solidFill>
                        </a:rPr>
                        <a:t>29 iul</a:t>
                      </a:r>
                    </a:p>
                  </a:txBody>
                  <a:tcPr marL="91440" marR="91440" marT="45720" marB="45720"/>
                </a:tc>
                <a:tc>
                  <a:txBody>
                    <a:bodyPr/>
                    <a:lstStyle/>
                    <a:p>
                      <a:r>
                        <a:rPr sz="1125" b="0">
                          <a:solidFill>
                            <a:srgbClr val="0F172A"/>
                          </a:solidFill>
                        </a:rPr>
                        <a:t>QA</a:t>
                      </a:r>
                    </a:p>
                  </a:txBody>
                  <a:tcPr marL="91440" marR="91440" marT="45720" marB="45720"/>
                </a:tc>
                <a:tc>
                  <a:txBody>
                    <a:bodyPr/>
                    <a:lstStyle/>
                    <a:p>
                      <a:r>
                        <a:rPr sz="1125" b="0">
                          <a:solidFill>
                            <a:srgbClr val="0F172A"/>
                          </a:solidFill>
                        </a:rPr>
                        <a:t>72</a:t>
                      </a:r>
                    </a:p>
                  </a:txBody>
                  <a:tcPr marL="91440" marR="91440" marT="45720" marB="45720"/>
                </a:tc>
              </a:tr>
              <a:tr h="523875">
                <a:tc>
                  <a:txBody>
                    <a:bodyPr/>
                    <a:lstStyle/>
                    <a:p>
                      <a:r>
                        <a:rPr sz="1125" b="1">
                          <a:solidFill>
                            <a:srgbClr val="0F172A"/>
                          </a:solidFill>
                        </a:rPr>
                        <a:t>Agentie X</a:t>
                      </a:r>
                    </a:p>
                  </a:txBody>
                  <a:tcPr marL="91440" marR="91440" marT="45720" marB="45720"/>
                </a:tc>
                <a:tc>
                  <a:txBody>
                    <a:bodyPr/>
                    <a:lstStyle/>
                    <a:p>
                      <a:r>
                        <a:rPr sz="1125" b="0">
                          <a:solidFill>
                            <a:srgbClr val="0F172A"/>
                          </a:solidFill>
                        </a:rPr>
                        <a:t>cariere.gov.md</a:t>
                      </a:r>
                    </a:p>
                  </a:txBody>
                  <a:tcPr marL="91440" marR="91440" marT="45720" marB="45720"/>
                </a:tc>
                <a:tc>
                  <a:txBody>
                    <a:bodyPr/>
                    <a:lstStyle/>
                    <a:p>
                      <a:r>
                        <a:rPr sz="1125" b="0">
                          <a:solidFill>
                            <a:srgbClr val="0F172A"/>
                          </a:solidFill>
                        </a:rPr>
                        <a:t>HR public</a:t>
                      </a:r>
                    </a:p>
                  </a:txBody>
                  <a:tcPr marL="91440" marR="91440" marT="45720" marB="45720"/>
                </a:tc>
                <a:tc>
                  <a:txBody>
                    <a:bodyPr/>
                    <a:lstStyle/>
                    <a:p>
                      <a:r>
                        <a:rPr sz="1125" b="0">
                          <a:solidFill>
                            <a:srgbClr val="0F172A"/>
                          </a:solidFill>
                        </a:rPr>
                        <a:t>29 iul</a:t>
                      </a:r>
                    </a:p>
                  </a:txBody>
                  <a:tcPr marL="91440" marR="91440" marT="45720" marB="45720"/>
                </a:tc>
                <a:tc>
                  <a:txBody>
                    <a:bodyPr/>
                    <a:lstStyle/>
                    <a:p>
                      <a:r>
                        <a:rPr sz="1125" b="0">
                          <a:solidFill>
                            <a:srgbClr val="0F172A"/>
                          </a:solidFill>
                        </a:rPr>
                        <a:t>gata</a:t>
                      </a:r>
                    </a:p>
                  </a:txBody>
                  <a:tcPr marL="91440" marR="91440" marT="45720" marB="45720"/>
                </a:tc>
                <a:tc>
                  <a:txBody>
                    <a:bodyPr/>
                    <a:lstStyle/>
                    <a:p>
                      <a:r>
                        <a:rPr sz="1125" b="0">
                          <a:solidFill>
                            <a:srgbClr val="0F172A"/>
                          </a:solidFill>
                        </a:rPr>
                        <a:t>90</a:t>
                      </a:r>
                    </a:p>
                  </a:txBody>
                  <a:tcPr marL="91440" marR="91440" marT="45720" marB="45720"/>
                </a:tc>
              </a:tr>
              <a:tr h="523875">
                <a:tc>
                  <a:txBody>
                    <a:bodyPr/>
                    <a:lstStyle/>
                    <a:p>
                      <a:r>
                        <a:rPr sz="1125" b="1">
                          <a:solidFill>
                            <a:srgbClr val="0F172A"/>
                          </a:solidFill>
                        </a:rPr>
                        <a:t>Institut Y</a:t>
                      </a:r>
                    </a:p>
                  </a:txBody>
                  <a:tcPr marL="91440" marR="91440" marT="45720" marB="45720"/>
                </a:tc>
                <a:tc>
                  <a:txBody>
                    <a:bodyPr/>
                    <a:lstStyle/>
                    <a:p>
                      <a:r>
                        <a:rPr sz="1125" b="0">
                          <a:solidFill>
                            <a:srgbClr val="0F172A"/>
                          </a:solidFill>
                        </a:rPr>
                        <a:t>pagina contact</a:t>
                      </a:r>
                    </a:p>
                  </a:txBody>
                  <a:tcPr marL="91440" marR="91440" marT="45720" marB="45720"/>
                </a:tc>
                <a:tc>
                  <a:txBody>
                    <a:bodyPr/>
                    <a:lstStyle/>
                    <a:p>
                      <a:r>
                        <a:rPr sz="1125" b="0">
                          <a:solidFill>
                            <a:srgbClr val="0F172A"/>
                          </a:solidFill>
                        </a:rPr>
                        <a:t>email general</a:t>
                      </a:r>
                    </a:p>
                  </a:txBody>
                  <a:tcPr marL="91440" marR="91440" marT="45720" marB="45720"/>
                </a:tc>
                <a:tc>
                  <a:txBody>
                    <a:bodyPr/>
                    <a:lstStyle/>
                    <a:p>
                      <a:r>
                        <a:rPr sz="1125" b="0">
                          <a:solidFill>
                            <a:srgbClr val="0F172A"/>
                          </a:solidFill>
                        </a:rPr>
                        <a:t>28 iul</a:t>
                      </a:r>
                    </a:p>
                  </a:txBody>
                  <a:tcPr marL="91440" marR="91440" marT="45720" marB="45720"/>
                </a:tc>
                <a:tc>
                  <a:txBody>
                    <a:bodyPr/>
                    <a:lstStyle/>
                    <a:p>
                      <a:r>
                        <a:rPr sz="1125" b="0">
                          <a:solidFill>
                            <a:srgbClr val="0F172A"/>
                          </a:solidFill>
                        </a:rPr>
                        <a:t>revizuire</a:t>
                      </a:r>
                    </a:p>
                  </a:txBody>
                  <a:tcPr marL="91440" marR="91440" marT="45720" marB="45720"/>
                </a:tc>
                <a:tc>
                  <a:txBody>
                    <a:bodyPr/>
                    <a:lstStyle/>
                    <a:p>
                      <a:r>
                        <a:rPr sz="1125" b="0">
                          <a:solidFill>
                            <a:srgbClr val="0F172A"/>
                          </a:solidFill>
                        </a:rPr>
                        <a:t>58</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A07DDED2-D111-43ED-9687-755B15AE4A84}"/>
              </a:ext>
            </a:extLst>
          </p:cNvPr>
          <p:cNvSpPr>
            <a:spLocks xmlns:a="http://schemas.openxmlformats.org/drawingml/2006/main" noGrp="1"/>
          </p:cNvSpPr>
          <p:nvPr/>
        </p:nvSpPr>
        <p:spPr>
          <a:xfrm xmlns:a="http://schemas.openxmlformats.org/drawingml/2006/main">
            <a:off x="819150" y="4876800"/>
            <a:ext cx="2133600" cy="800100"/>
          </a:xfrm>
          <a:prstGeom xmlns:a="http://schemas.openxmlformats.org/drawingml/2006/main" prst="roundRect">
            <a:avLst>
              <a:gd name="adj" fmla="val 14286"/>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1DE1F65-51CE-4927-90A1-B6FC8CE59BC7}"/>
              </a:ext>
            </a:extLst>
          </p:cNvPr>
          <p:cNvSpPr>
            <a:spLocks xmlns:a="http://schemas.openxmlformats.org/drawingml/2006/main" noGrp="1"/>
          </p:cNvSpPr>
          <p:nvPr/>
        </p:nvSpPr>
        <p:spPr>
          <a:xfrm xmlns:a="http://schemas.openxmlformats.org/drawingml/2006/main">
            <a:off x="971550" y="5029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0F172A"/>
                </a:solidFill>
                <a:latin typeface="Onest"/>
                <a:ea typeface="Onest"/>
                <a:cs typeface="Onest"/>
              </a:defRPr>
            </a:pPr>
            <a:r>
              <a:rPr sz="1350" b="1" i="0">
                <a:solidFill>
                  <a:srgbClr val="0F172A"/>
                </a:solidFill>
                <a:latin typeface="Onest"/>
                <a:ea typeface="Onest"/>
                <a:cs typeface="Onest"/>
              </a:rPr>
              <a:t>Sursa</a:t>
            </a:r>
          </a:p>
        </p:txBody>
      </p:sp>
      <p:sp>
        <p:nvSpPr>
          <p:cNvPr id="9" name="">
            <a:extLst xmlns:a="http://schemas.openxmlformats.org/drawingml/2006/main">
              <a:ext uri="{FF2B5EF4-FFF2-40B4-BE49-F238E27FC236}">
                <a16:creationId xmlns:a16="http://schemas.microsoft.com/office/drawing/2014/main" id="{F695C5A8-7F4A-44F0-A469-DA05DCD5883D}"/>
              </a:ext>
            </a:extLst>
          </p:cNvPr>
          <p:cNvSpPr>
            <a:spLocks xmlns:a="http://schemas.openxmlformats.org/drawingml/2006/main" noGrp="1"/>
          </p:cNvSpPr>
          <p:nvPr/>
        </p:nvSpPr>
        <p:spPr>
          <a:xfrm xmlns:a="http://schemas.openxmlformats.org/drawingml/2006/main">
            <a:off x="971550" y="53149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pastreaza URL-ul, nu doar emailul</a:t>
            </a:r>
          </a:p>
        </p:txBody>
      </p:sp>
      <p:sp>
        <p:nvSpPr>
          <p:cNvPr id="10" name="">
            <a:extLst xmlns:a="http://schemas.openxmlformats.org/drawingml/2006/main">
              <a:ext uri="{FF2B5EF4-FFF2-40B4-BE49-F238E27FC236}">
                <a16:creationId xmlns:a16="http://schemas.microsoft.com/office/drawing/2014/main" id="{951AF7ED-0B30-4840-8BC9-2A2EE6AC0689}"/>
              </a:ext>
            </a:extLst>
          </p:cNvPr>
          <p:cNvSpPr>
            <a:spLocks xmlns:a="http://schemas.openxmlformats.org/drawingml/2006/main" noGrp="1"/>
          </p:cNvSpPr>
          <p:nvPr/>
        </p:nvSpPr>
        <p:spPr>
          <a:xfrm xmlns:a="http://schemas.openxmlformats.org/drawingml/2006/main">
            <a:off x="3238500" y="4876800"/>
            <a:ext cx="2133600" cy="800100"/>
          </a:xfrm>
          <a:prstGeom xmlns:a="http://schemas.openxmlformats.org/drawingml/2006/main" prst="roundRect">
            <a:avLst>
              <a:gd name="adj" fmla="val 14286"/>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FC44FE2-689B-48DF-80A6-477324381E40}"/>
              </a:ext>
            </a:extLst>
          </p:cNvPr>
          <p:cNvSpPr>
            <a:spLocks xmlns:a="http://schemas.openxmlformats.org/drawingml/2006/main" noGrp="1"/>
          </p:cNvSpPr>
          <p:nvPr/>
        </p:nvSpPr>
        <p:spPr>
          <a:xfrm xmlns:a="http://schemas.openxmlformats.org/drawingml/2006/main">
            <a:off x="3390900" y="5029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0F172A"/>
                </a:solidFill>
                <a:latin typeface="Onest"/>
                <a:ea typeface="Onest"/>
                <a:cs typeface="Onest"/>
              </a:defRPr>
            </a:pPr>
            <a:r>
              <a:rPr sz="1350" b="1" i="0">
                <a:solidFill>
                  <a:srgbClr val="0F172A"/>
                </a:solidFill>
                <a:latin typeface="Onest"/>
                <a:ea typeface="Onest"/>
                <a:cs typeface="Onest"/>
              </a:rPr>
              <a:t>Verificare</a:t>
            </a:r>
          </a:p>
        </p:txBody>
      </p:sp>
      <p:sp>
        <p:nvSpPr>
          <p:cNvPr id="12" name="">
            <a:extLst xmlns:a="http://schemas.openxmlformats.org/drawingml/2006/main">
              <a:ext uri="{FF2B5EF4-FFF2-40B4-BE49-F238E27FC236}">
                <a16:creationId xmlns:a16="http://schemas.microsoft.com/office/drawing/2014/main" id="{F8026EAB-9053-4464-80A3-D168E45FCFDA}"/>
              </a:ext>
            </a:extLst>
          </p:cNvPr>
          <p:cNvSpPr>
            <a:spLocks xmlns:a="http://schemas.openxmlformats.org/drawingml/2006/main" noGrp="1"/>
          </p:cNvSpPr>
          <p:nvPr/>
        </p:nvSpPr>
        <p:spPr>
          <a:xfrm xmlns:a="http://schemas.openxmlformats.org/drawingml/2006/main">
            <a:off x="3390900" y="53149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datele imbatranesc</a:t>
            </a:r>
          </a:p>
        </p:txBody>
      </p:sp>
      <p:sp>
        <p:nvSpPr>
          <p:cNvPr id="13" name="">
            <a:extLst xmlns:a="http://schemas.openxmlformats.org/drawingml/2006/main">
              <a:ext uri="{FF2B5EF4-FFF2-40B4-BE49-F238E27FC236}">
                <a16:creationId xmlns:a16="http://schemas.microsoft.com/office/drawing/2014/main" id="{6C9F8557-50A3-4F97-AB9C-FDFF61840563}"/>
              </a:ext>
            </a:extLst>
          </p:cNvPr>
          <p:cNvSpPr>
            <a:spLocks xmlns:a="http://schemas.openxmlformats.org/drawingml/2006/main" noGrp="1"/>
          </p:cNvSpPr>
          <p:nvPr/>
        </p:nvSpPr>
        <p:spPr>
          <a:xfrm xmlns:a="http://schemas.openxmlformats.org/drawingml/2006/main">
            <a:off x="5924550" y="4876800"/>
            <a:ext cx="2133600" cy="800100"/>
          </a:xfrm>
          <a:prstGeom xmlns:a="http://schemas.openxmlformats.org/drawingml/2006/main" prst="roundRect">
            <a:avLst>
              <a:gd name="adj" fmla="val 14286"/>
            </a:avLst>
          </a:prstGeom>
          <a:solidFill xmlns:a="http://schemas.openxmlformats.org/drawingml/2006/main">
            <a:srgbClr val="FFEDD5"/>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760E0AA-3D51-4F68-A3F8-FE4B54DEF216}"/>
              </a:ext>
            </a:extLst>
          </p:cNvPr>
          <p:cNvSpPr>
            <a:spLocks xmlns:a="http://schemas.openxmlformats.org/drawingml/2006/main" noGrp="1"/>
          </p:cNvSpPr>
          <p:nvPr/>
        </p:nvSpPr>
        <p:spPr>
          <a:xfrm xmlns:a="http://schemas.openxmlformats.org/drawingml/2006/main">
            <a:off x="6076950" y="5029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0F172A"/>
                </a:solidFill>
                <a:latin typeface="Onest"/>
                <a:ea typeface="Onest"/>
                <a:cs typeface="Onest"/>
              </a:defRPr>
            </a:pPr>
            <a:r>
              <a:rPr sz="1350" b="1" i="0">
                <a:solidFill>
                  <a:srgbClr val="0F172A"/>
                </a:solidFill>
                <a:latin typeface="Onest"/>
                <a:ea typeface="Onest"/>
                <a:cs typeface="Onest"/>
              </a:rPr>
              <a:t>Status</a:t>
            </a:r>
          </a:p>
        </p:txBody>
      </p:sp>
      <p:sp>
        <p:nvSpPr>
          <p:cNvPr id="15" name="">
            <a:extLst xmlns:a="http://schemas.openxmlformats.org/drawingml/2006/main">
              <a:ext uri="{FF2B5EF4-FFF2-40B4-BE49-F238E27FC236}">
                <a16:creationId xmlns:a16="http://schemas.microsoft.com/office/drawing/2014/main" id="{2AA01080-C65A-4524-BC91-A7BE2D3DEA3A}"/>
              </a:ext>
            </a:extLst>
          </p:cNvPr>
          <p:cNvSpPr>
            <a:spLocks xmlns:a="http://schemas.openxmlformats.org/drawingml/2006/main" noGrp="1"/>
          </p:cNvSpPr>
          <p:nvPr/>
        </p:nvSpPr>
        <p:spPr>
          <a:xfrm xmlns:a="http://schemas.openxmlformats.org/drawingml/2006/main">
            <a:off x="6076950" y="53149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agentul stie ce urmeaza</a:t>
            </a:r>
          </a:p>
        </p:txBody>
      </p:sp>
      <p:sp>
        <p:nvSpPr>
          <p:cNvPr id="16" name="">
            <a:extLst xmlns:a="http://schemas.openxmlformats.org/drawingml/2006/main">
              <a:ext uri="{FF2B5EF4-FFF2-40B4-BE49-F238E27FC236}">
                <a16:creationId xmlns:a16="http://schemas.microsoft.com/office/drawing/2014/main" id="{1AE1EEF1-063D-47AF-9F44-9289D1D252ED}"/>
              </a:ext>
            </a:extLst>
          </p:cNvPr>
          <p:cNvSpPr>
            <a:spLocks xmlns:a="http://schemas.openxmlformats.org/drawingml/2006/main" noGrp="1"/>
          </p:cNvSpPr>
          <p:nvPr/>
        </p:nvSpPr>
        <p:spPr>
          <a:xfrm xmlns:a="http://schemas.openxmlformats.org/drawingml/2006/main">
            <a:off x="8648700" y="4876800"/>
            <a:ext cx="2133600" cy="800100"/>
          </a:xfrm>
          <a:prstGeom xmlns:a="http://schemas.openxmlformats.org/drawingml/2006/main" prst="roundRect">
            <a:avLst>
              <a:gd name="adj" fmla="val 14286"/>
            </a:avLst>
          </a:prstGeom>
          <a:solidFill xmlns:a="http://schemas.openxmlformats.org/drawingml/2006/main">
            <a:srgbClr val="DCFCE7"/>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85394E3-A561-41DA-BA9E-6065820EAA71}"/>
              </a:ext>
            </a:extLst>
          </p:cNvPr>
          <p:cNvSpPr>
            <a:spLocks xmlns:a="http://schemas.openxmlformats.org/drawingml/2006/main" noGrp="1"/>
          </p:cNvSpPr>
          <p:nvPr/>
        </p:nvSpPr>
        <p:spPr>
          <a:xfrm xmlns:a="http://schemas.openxmlformats.org/drawingml/2006/main">
            <a:off x="8801100" y="5029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0F172A"/>
                </a:solidFill>
                <a:latin typeface="Onest"/>
                <a:ea typeface="Onest"/>
                <a:cs typeface="Onest"/>
              </a:defRPr>
            </a:pPr>
            <a:r>
              <a:rPr sz="1350" b="1" i="0">
                <a:solidFill>
                  <a:srgbClr val="0F172A"/>
                </a:solidFill>
                <a:latin typeface="Onest"/>
                <a:ea typeface="Onest"/>
                <a:cs typeface="Onest"/>
              </a:rPr>
              <a:t>Scor</a:t>
            </a:r>
          </a:p>
        </p:txBody>
      </p:sp>
      <p:sp>
        <p:nvSpPr>
          <p:cNvPr id="18" name="">
            <a:extLst xmlns:a="http://schemas.openxmlformats.org/drawingml/2006/main">
              <a:ext uri="{FF2B5EF4-FFF2-40B4-BE49-F238E27FC236}">
                <a16:creationId xmlns:a16="http://schemas.microsoft.com/office/drawing/2014/main" id="{EE95D4EE-2BAD-43E9-A1A8-41A07C41F379}"/>
              </a:ext>
            </a:extLst>
          </p:cNvPr>
          <p:cNvSpPr>
            <a:spLocks xmlns:a="http://schemas.openxmlformats.org/drawingml/2006/main" noGrp="1"/>
          </p:cNvSpPr>
          <p:nvPr/>
        </p:nvSpPr>
        <p:spPr>
          <a:xfrm xmlns:a="http://schemas.openxmlformats.org/drawingml/2006/main">
            <a:off x="8801100" y="53149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prioritizezi review-ul</a:t>
            </a:r>
          </a:p>
        </p:txBody>
      </p:sp>
    </p:spTree>
    <p:extLst>
      <p:ext uri="{BB962C8B-B14F-4D97-AF65-F5344CB8AC3E}">
        <p14:creationId xmlns:p14="http://schemas.microsoft.com/office/powerpoint/2010/main" val="191768865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2ABB41F2-7054-4D65-B3F9-B7E259065102}"/>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27 / 30</a:t>
            </a:r>
          </a:p>
        </p:txBody>
      </p:sp>
      <p:sp>
        <p:nvSpPr>
          <p:cNvPr id="2" name="">
            <a:extLst xmlns:a="http://schemas.openxmlformats.org/drawingml/2006/main">
              <a:ext uri="{FF2B5EF4-FFF2-40B4-BE49-F238E27FC236}">
                <a16:creationId xmlns:a16="http://schemas.microsoft.com/office/drawing/2014/main" id="{FBEDA3E7-F4C1-4C60-AC3D-B63DDE964BD7}"/>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46B510-AFF7-421A-B94E-8ECDE247F857}"/>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QA EMAIL</a:t>
            </a:r>
          </a:p>
        </p:txBody>
      </p:sp>
      <p:sp>
        <p:nvSpPr>
          <p:cNvPr id="4" name="">
            <a:extLst xmlns:a="http://schemas.openxmlformats.org/drawingml/2006/main">
              <a:ext uri="{FF2B5EF4-FFF2-40B4-BE49-F238E27FC236}">
                <a16:creationId xmlns:a16="http://schemas.microsoft.com/office/drawing/2014/main" id="{519A0EBF-8A94-43CF-A5E0-6EB1167FB0C1}"/>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Emailul bun trece rubrica de QA</a:t>
            </a:r>
          </a:p>
        </p:txBody>
      </p:sp>
      <p:sp>
        <p:nvSpPr>
          <p:cNvPr id="5" name="">
            <a:extLst xmlns:a="http://schemas.openxmlformats.org/drawingml/2006/main">
              <a:ext uri="{FF2B5EF4-FFF2-40B4-BE49-F238E27FC236}">
                <a16:creationId xmlns:a16="http://schemas.microsoft.com/office/drawing/2014/main" id="{20C74CEB-B8CE-4F57-8EE7-715451D9FB26}"/>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Scorul nu inlocuieste omul. Il ajuta sa gaseasca rapid mesajele cu risc.</a:t>
            </a:r>
          </a:p>
        </p:txBody>
      </p:sp>
      <p:sp>
        <p:nvSpPr>
          <p:cNvPr id="6" name="">
            <a:extLst xmlns:a="http://schemas.openxmlformats.org/drawingml/2006/main">
              <a:ext uri="{FF2B5EF4-FFF2-40B4-BE49-F238E27FC236}">
                <a16:creationId xmlns:a16="http://schemas.microsoft.com/office/drawing/2014/main" id="{32C7E22B-11E1-4A7B-ACA5-75BCBFD5B0FC}"/>
              </a:ext>
            </a:extLst>
          </p:cNvPr>
          <p:cNvSpPr>
            <a:spLocks xmlns:a="http://schemas.openxmlformats.org/drawingml/2006/main" noGrp="1"/>
          </p:cNvSpPr>
          <p:nvPr/>
        </p:nvSpPr>
        <p:spPr>
          <a:xfrm xmlns:a="http://schemas.openxmlformats.org/drawingml/2006/main">
            <a:off x="952500" y="2486025"/>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Relevanta</a:t>
            </a:r>
          </a:p>
        </p:txBody>
      </p:sp>
      <p:sp>
        <p:nvSpPr>
          <p:cNvPr id="7" name="">
            <a:extLst xmlns:a="http://schemas.openxmlformats.org/drawingml/2006/main">
              <a:ext uri="{FF2B5EF4-FFF2-40B4-BE49-F238E27FC236}">
                <a16:creationId xmlns:a16="http://schemas.microsoft.com/office/drawing/2014/main" id="{57AE65CE-9D05-4489-8DFC-78610A98130C}"/>
              </a:ext>
            </a:extLst>
          </p:cNvPr>
          <p:cNvSpPr>
            <a:spLocks xmlns:a="http://schemas.openxmlformats.org/drawingml/2006/main" noGrp="1"/>
          </p:cNvSpPr>
          <p:nvPr/>
        </p:nvSpPr>
        <p:spPr>
          <a:xfrm xmlns:a="http://schemas.openxmlformats.org/drawingml/2006/main">
            <a:off x="2381250" y="24860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64748B"/>
                </a:solidFill>
                <a:latin typeface="Onest"/>
                <a:ea typeface="Onest"/>
                <a:cs typeface="Onest"/>
              </a:defRPr>
            </a:pPr>
            <a:r>
              <a:rPr sz="1200" b="0" i="0">
                <a:solidFill>
                  <a:srgbClr val="64748B"/>
                </a:solidFill>
                <a:latin typeface="Onest"/>
                <a:ea typeface="Onest"/>
                <a:cs typeface="Onest"/>
              </a:rPr>
              <a:t>Leaga oferta de munca reala a institutiei</a:t>
            </a:r>
          </a:p>
        </p:txBody>
      </p:sp>
      <p:sp>
        <p:nvSpPr>
          <p:cNvPr id="8" name="">
            <a:extLst xmlns:a="http://schemas.openxmlformats.org/drawingml/2006/main">
              <a:ext uri="{FF2B5EF4-FFF2-40B4-BE49-F238E27FC236}">
                <a16:creationId xmlns:a16="http://schemas.microsoft.com/office/drawing/2014/main" id="{C6AE86B0-4460-45F4-94E7-9A16D9E6B258}"/>
              </a:ext>
            </a:extLst>
          </p:cNvPr>
          <p:cNvSpPr>
            <a:spLocks xmlns:a="http://schemas.openxmlformats.org/drawingml/2006/main" noGrp="1"/>
          </p:cNvSpPr>
          <p:nvPr/>
        </p:nvSpPr>
        <p:spPr>
          <a:xfrm xmlns:a="http://schemas.openxmlformats.org/drawingml/2006/main">
            <a:off x="5276850" y="2457450"/>
            <a:ext cx="285750" cy="2857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9" name="">
            <a:extLst xmlns:a="http://schemas.openxmlformats.org/drawingml/2006/main">
              <a:ext uri="{FF2B5EF4-FFF2-40B4-BE49-F238E27FC236}">
                <a16:creationId xmlns:a16="http://schemas.microsoft.com/office/drawing/2014/main" id="{0A05F93F-E3EE-47A1-B04E-A9B29EDBB29C}"/>
              </a:ext>
            </a:extLst>
          </p:cNvPr>
          <p:cNvSpPr>
            <a:spLocks xmlns:a="http://schemas.openxmlformats.org/drawingml/2006/main" noGrp="1"/>
          </p:cNvSpPr>
          <p:nvPr/>
        </p:nvSpPr>
        <p:spPr>
          <a:xfrm xmlns:a="http://schemas.openxmlformats.org/drawingml/2006/main">
            <a:off x="5695950" y="2457450"/>
            <a:ext cx="285750" cy="2857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0" name="">
            <a:extLst xmlns:a="http://schemas.openxmlformats.org/drawingml/2006/main">
              <a:ext uri="{FF2B5EF4-FFF2-40B4-BE49-F238E27FC236}">
                <a16:creationId xmlns:a16="http://schemas.microsoft.com/office/drawing/2014/main" id="{C9EC4685-CDDC-4639-AFA9-4374A039577F}"/>
              </a:ext>
            </a:extLst>
          </p:cNvPr>
          <p:cNvSpPr>
            <a:spLocks xmlns:a="http://schemas.openxmlformats.org/drawingml/2006/main" noGrp="1"/>
          </p:cNvSpPr>
          <p:nvPr/>
        </p:nvSpPr>
        <p:spPr>
          <a:xfrm xmlns:a="http://schemas.openxmlformats.org/drawingml/2006/main">
            <a:off x="6115050" y="2457450"/>
            <a:ext cx="285750" cy="2857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1" name="">
            <a:extLst xmlns:a="http://schemas.openxmlformats.org/drawingml/2006/main">
              <a:ext uri="{FF2B5EF4-FFF2-40B4-BE49-F238E27FC236}">
                <a16:creationId xmlns:a16="http://schemas.microsoft.com/office/drawing/2014/main" id="{A7DEC413-AFB7-40B5-854F-1E641AD938A3}"/>
              </a:ext>
            </a:extLst>
          </p:cNvPr>
          <p:cNvSpPr>
            <a:spLocks xmlns:a="http://schemas.openxmlformats.org/drawingml/2006/main" noGrp="1"/>
          </p:cNvSpPr>
          <p:nvPr/>
        </p:nvSpPr>
        <p:spPr>
          <a:xfrm xmlns:a="http://schemas.openxmlformats.org/drawingml/2006/main">
            <a:off x="6534150" y="2457450"/>
            <a:ext cx="285750" cy="2857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2" name="">
            <a:extLst xmlns:a="http://schemas.openxmlformats.org/drawingml/2006/main">
              <a:ext uri="{FF2B5EF4-FFF2-40B4-BE49-F238E27FC236}">
                <a16:creationId xmlns:a16="http://schemas.microsoft.com/office/drawing/2014/main" id="{8D340F8F-A327-4044-BFA0-45D87CCF8E01}"/>
              </a:ext>
            </a:extLst>
          </p:cNvPr>
          <p:cNvSpPr>
            <a:spLocks xmlns:a="http://schemas.openxmlformats.org/drawingml/2006/main" noGrp="1"/>
          </p:cNvSpPr>
          <p:nvPr/>
        </p:nvSpPr>
        <p:spPr>
          <a:xfrm xmlns:a="http://schemas.openxmlformats.org/drawingml/2006/main">
            <a:off x="6953250" y="2457450"/>
            <a:ext cx="285750" cy="2857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13" name="">
            <a:extLst xmlns:a="http://schemas.openxmlformats.org/drawingml/2006/main">
              <a:ext uri="{FF2B5EF4-FFF2-40B4-BE49-F238E27FC236}">
                <a16:creationId xmlns:a16="http://schemas.microsoft.com/office/drawing/2014/main" id="{2006BAA6-A1CB-4DF2-99AF-EF3981BB0DA6}"/>
              </a:ext>
            </a:extLst>
          </p:cNvPr>
          <p:cNvSpPr>
            <a:spLocks xmlns:a="http://schemas.openxmlformats.org/drawingml/2006/main" noGrp="1"/>
          </p:cNvSpPr>
          <p:nvPr/>
        </p:nvSpPr>
        <p:spPr>
          <a:xfrm xmlns:a="http://schemas.openxmlformats.org/drawingml/2006/main">
            <a:off x="7429500" y="2457450"/>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500" b="1" i="0">
                <a:solidFill>
                  <a:srgbClr val="2D52D4"/>
                </a:solidFill>
                <a:latin typeface="Onest"/>
                <a:ea typeface="Onest"/>
                <a:cs typeface="Onest"/>
              </a:defRPr>
            </a:pPr>
            <a:r>
              <a:rPr sz="1500" b="1" i="0">
                <a:solidFill>
                  <a:srgbClr val="2D52D4"/>
                </a:solidFill>
                <a:latin typeface="Onest"/>
                <a:ea typeface="Onest"/>
                <a:cs typeface="Onest"/>
              </a:rPr>
              <a:t>5/5</a:t>
            </a:r>
          </a:p>
        </p:txBody>
      </p:sp>
      <p:sp>
        <p:nvSpPr>
          <p:cNvPr id="14" name="">
            <a:extLst xmlns:a="http://schemas.openxmlformats.org/drawingml/2006/main">
              <a:ext uri="{FF2B5EF4-FFF2-40B4-BE49-F238E27FC236}">
                <a16:creationId xmlns:a16="http://schemas.microsoft.com/office/drawing/2014/main" id="{5A7844CA-1BEB-4D96-A376-2F6ADF0A2FED}"/>
              </a:ext>
            </a:extLst>
          </p:cNvPr>
          <p:cNvSpPr>
            <a:spLocks xmlns:a="http://schemas.openxmlformats.org/drawingml/2006/main" noGrp="1"/>
          </p:cNvSpPr>
          <p:nvPr/>
        </p:nvSpPr>
        <p:spPr>
          <a:xfrm xmlns:a="http://schemas.openxmlformats.org/drawingml/2006/main">
            <a:off x="952500" y="3095625"/>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Dovezi</a:t>
            </a:r>
          </a:p>
        </p:txBody>
      </p:sp>
      <p:sp>
        <p:nvSpPr>
          <p:cNvPr id="15" name="">
            <a:extLst xmlns:a="http://schemas.openxmlformats.org/drawingml/2006/main">
              <a:ext uri="{FF2B5EF4-FFF2-40B4-BE49-F238E27FC236}">
                <a16:creationId xmlns:a16="http://schemas.microsoft.com/office/drawing/2014/main" id="{A87B90B4-FB13-4F28-9E27-7D6ED7AE2C0B}"/>
              </a:ext>
            </a:extLst>
          </p:cNvPr>
          <p:cNvSpPr>
            <a:spLocks xmlns:a="http://schemas.openxmlformats.org/drawingml/2006/main" noGrp="1"/>
          </p:cNvSpPr>
          <p:nvPr/>
        </p:nvSpPr>
        <p:spPr>
          <a:xfrm xmlns:a="http://schemas.openxmlformats.org/drawingml/2006/main">
            <a:off x="2381250" y="30956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64748B"/>
                </a:solidFill>
                <a:latin typeface="Onest"/>
                <a:ea typeface="Onest"/>
                <a:cs typeface="Onest"/>
              </a:defRPr>
            </a:pPr>
            <a:r>
              <a:rPr sz="1200" b="0" i="0">
                <a:solidFill>
                  <a:srgbClr val="64748B"/>
                </a:solidFill>
                <a:latin typeface="Onest"/>
                <a:ea typeface="Onest"/>
                <a:cs typeface="Onest"/>
              </a:rPr>
              <a:t>Are observatie publica, URL si formulare prudenta</a:t>
            </a:r>
          </a:p>
        </p:txBody>
      </p:sp>
      <p:sp>
        <p:nvSpPr>
          <p:cNvPr id="16" name="">
            <a:extLst xmlns:a="http://schemas.openxmlformats.org/drawingml/2006/main">
              <a:ext uri="{FF2B5EF4-FFF2-40B4-BE49-F238E27FC236}">
                <a16:creationId xmlns:a16="http://schemas.microsoft.com/office/drawing/2014/main" id="{9C95D330-8A82-46DC-9DE5-904AA5855BF0}"/>
              </a:ext>
            </a:extLst>
          </p:cNvPr>
          <p:cNvSpPr>
            <a:spLocks xmlns:a="http://schemas.openxmlformats.org/drawingml/2006/main" noGrp="1"/>
          </p:cNvSpPr>
          <p:nvPr/>
        </p:nvSpPr>
        <p:spPr>
          <a:xfrm xmlns:a="http://schemas.openxmlformats.org/drawingml/2006/main">
            <a:off x="5276850" y="3067050"/>
            <a:ext cx="285750" cy="285750"/>
          </a:xfrm>
          <a:prstGeom xmlns:a="http://schemas.openxmlformats.org/drawingml/2006/main" prst="ellipse">
            <a:avLst/>
          </a:prstGeom>
          <a:solidFill xmlns:a="http://schemas.openxmlformats.org/drawingml/2006/main">
            <a:srgbClr val="22C55E"/>
          </a:solidFill>
          <a:ln xmlns:a="http://schemas.openxmlformats.org/drawingml/2006/main" w="9525">
            <a:solidFill>
              <a:srgbClr val="22C55E"/>
            </a:solidFill>
            <a:prstDash val="solid"/>
          </a:ln>
        </p:spPr>
      </p:sp>
      <p:sp>
        <p:nvSpPr>
          <p:cNvPr id="17" name="">
            <a:extLst xmlns:a="http://schemas.openxmlformats.org/drawingml/2006/main">
              <a:ext uri="{FF2B5EF4-FFF2-40B4-BE49-F238E27FC236}">
                <a16:creationId xmlns:a16="http://schemas.microsoft.com/office/drawing/2014/main" id="{B0894EA3-FDC1-4F67-97E5-119498C6B673}"/>
              </a:ext>
            </a:extLst>
          </p:cNvPr>
          <p:cNvSpPr>
            <a:spLocks xmlns:a="http://schemas.openxmlformats.org/drawingml/2006/main" noGrp="1"/>
          </p:cNvSpPr>
          <p:nvPr/>
        </p:nvSpPr>
        <p:spPr>
          <a:xfrm xmlns:a="http://schemas.openxmlformats.org/drawingml/2006/main">
            <a:off x="5695950" y="3067050"/>
            <a:ext cx="285750" cy="285750"/>
          </a:xfrm>
          <a:prstGeom xmlns:a="http://schemas.openxmlformats.org/drawingml/2006/main" prst="ellipse">
            <a:avLst/>
          </a:prstGeom>
          <a:solidFill xmlns:a="http://schemas.openxmlformats.org/drawingml/2006/main">
            <a:srgbClr val="22C55E"/>
          </a:solidFill>
          <a:ln xmlns:a="http://schemas.openxmlformats.org/drawingml/2006/main" w="9525">
            <a:solidFill>
              <a:srgbClr val="22C55E"/>
            </a:solidFill>
            <a:prstDash val="solid"/>
          </a:ln>
        </p:spPr>
      </p:sp>
      <p:sp>
        <p:nvSpPr>
          <p:cNvPr id="18" name="">
            <a:extLst xmlns:a="http://schemas.openxmlformats.org/drawingml/2006/main">
              <a:ext uri="{FF2B5EF4-FFF2-40B4-BE49-F238E27FC236}">
                <a16:creationId xmlns:a16="http://schemas.microsoft.com/office/drawing/2014/main" id="{9964D18E-B1EF-45AB-9325-DBF10602F25C}"/>
              </a:ext>
            </a:extLst>
          </p:cNvPr>
          <p:cNvSpPr>
            <a:spLocks xmlns:a="http://schemas.openxmlformats.org/drawingml/2006/main" noGrp="1"/>
          </p:cNvSpPr>
          <p:nvPr/>
        </p:nvSpPr>
        <p:spPr>
          <a:xfrm xmlns:a="http://schemas.openxmlformats.org/drawingml/2006/main">
            <a:off x="6115050" y="3067050"/>
            <a:ext cx="285750" cy="285750"/>
          </a:xfrm>
          <a:prstGeom xmlns:a="http://schemas.openxmlformats.org/drawingml/2006/main" prst="ellipse">
            <a:avLst/>
          </a:prstGeom>
          <a:solidFill xmlns:a="http://schemas.openxmlformats.org/drawingml/2006/main">
            <a:srgbClr val="22C55E"/>
          </a:solidFill>
          <a:ln xmlns:a="http://schemas.openxmlformats.org/drawingml/2006/main" w="9525">
            <a:solidFill>
              <a:srgbClr val="22C55E"/>
            </a:solidFill>
            <a:prstDash val="solid"/>
          </a:ln>
        </p:spPr>
      </p:sp>
      <p:sp>
        <p:nvSpPr>
          <p:cNvPr id="19" name="">
            <a:extLst xmlns:a="http://schemas.openxmlformats.org/drawingml/2006/main">
              <a:ext uri="{FF2B5EF4-FFF2-40B4-BE49-F238E27FC236}">
                <a16:creationId xmlns:a16="http://schemas.microsoft.com/office/drawing/2014/main" id="{38CC66DA-8D89-42D6-A4E6-FE2AFF8D85C3}"/>
              </a:ext>
            </a:extLst>
          </p:cNvPr>
          <p:cNvSpPr>
            <a:spLocks xmlns:a="http://schemas.openxmlformats.org/drawingml/2006/main" noGrp="1"/>
          </p:cNvSpPr>
          <p:nvPr/>
        </p:nvSpPr>
        <p:spPr>
          <a:xfrm xmlns:a="http://schemas.openxmlformats.org/drawingml/2006/main">
            <a:off x="6534150" y="3067050"/>
            <a:ext cx="285750" cy="285750"/>
          </a:xfrm>
          <a:prstGeom xmlns:a="http://schemas.openxmlformats.org/drawingml/2006/main" prst="ellipse">
            <a:avLst/>
          </a:prstGeom>
          <a:solidFill xmlns:a="http://schemas.openxmlformats.org/drawingml/2006/main">
            <a:srgbClr val="22C55E"/>
          </a:solidFill>
          <a:ln xmlns:a="http://schemas.openxmlformats.org/drawingml/2006/main" w="9525">
            <a:solidFill>
              <a:srgbClr val="22C55E"/>
            </a:solidFill>
            <a:prstDash val="solid"/>
          </a:ln>
        </p:spPr>
      </p:sp>
      <p:sp>
        <p:nvSpPr>
          <p:cNvPr id="20" name="">
            <a:extLst xmlns:a="http://schemas.openxmlformats.org/drawingml/2006/main">
              <a:ext uri="{FF2B5EF4-FFF2-40B4-BE49-F238E27FC236}">
                <a16:creationId xmlns:a16="http://schemas.microsoft.com/office/drawing/2014/main" id="{C8538AE9-09E6-4855-9484-B7C059ED9E36}"/>
              </a:ext>
            </a:extLst>
          </p:cNvPr>
          <p:cNvSpPr>
            <a:spLocks xmlns:a="http://schemas.openxmlformats.org/drawingml/2006/main" noGrp="1"/>
          </p:cNvSpPr>
          <p:nvPr/>
        </p:nvSpPr>
        <p:spPr>
          <a:xfrm xmlns:a="http://schemas.openxmlformats.org/drawingml/2006/main">
            <a:off x="6953250" y="3067050"/>
            <a:ext cx="285750" cy="285750"/>
          </a:xfrm>
          <a:prstGeom xmlns:a="http://schemas.openxmlformats.org/drawingml/2006/main" prst="ellipse">
            <a:avLst/>
          </a:prstGeom>
          <a:solidFill xmlns:a="http://schemas.openxmlformats.org/drawingml/2006/main">
            <a:srgbClr val="22C55E"/>
          </a:solidFill>
          <a:ln xmlns:a="http://schemas.openxmlformats.org/drawingml/2006/main" w="9525">
            <a:solidFill>
              <a:srgbClr val="22C55E"/>
            </a:solidFill>
            <a:prstDash val="solid"/>
          </a:ln>
        </p:spPr>
      </p:sp>
      <p:sp>
        <p:nvSpPr>
          <p:cNvPr id="21" name="">
            <a:extLst xmlns:a="http://schemas.openxmlformats.org/drawingml/2006/main">
              <a:ext uri="{FF2B5EF4-FFF2-40B4-BE49-F238E27FC236}">
                <a16:creationId xmlns:a16="http://schemas.microsoft.com/office/drawing/2014/main" id="{1529B5A6-A9C6-4862-BFA4-A6658D4D136E}"/>
              </a:ext>
            </a:extLst>
          </p:cNvPr>
          <p:cNvSpPr>
            <a:spLocks xmlns:a="http://schemas.openxmlformats.org/drawingml/2006/main" noGrp="1"/>
          </p:cNvSpPr>
          <p:nvPr/>
        </p:nvSpPr>
        <p:spPr>
          <a:xfrm xmlns:a="http://schemas.openxmlformats.org/drawingml/2006/main">
            <a:off x="7429500" y="3067050"/>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500" b="1" i="0">
                <a:solidFill>
                  <a:srgbClr val="22C55E"/>
                </a:solidFill>
                <a:latin typeface="Onest"/>
                <a:ea typeface="Onest"/>
                <a:cs typeface="Onest"/>
              </a:defRPr>
            </a:pPr>
            <a:r>
              <a:rPr sz="1500" b="1" i="0">
                <a:solidFill>
                  <a:srgbClr val="22C55E"/>
                </a:solidFill>
                <a:latin typeface="Onest"/>
                <a:ea typeface="Onest"/>
                <a:cs typeface="Onest"/>
              </a:rPr>
              <a:t>5/5</a:t>
            </a:r>
          </a:p>
        </p:txBody>
      </p:sp>
      <p:sp>
        <p:nvSpPr>
          <p:cNvPr id="22" name="">
            <a:extLst xmlns:a="http://schemas.openxmlformats.org/drawingml/2006/main">
              <a:ext uri="{FF2B5EF4-FFF2-40B4-BE49-F238E27FC236}">
                <a16:creationId xmlns:a16="http://schemas.microsoft.com/office/drawing/2014/main" id="{38D0D4FB-B1F8-460E-8271-CF76AB0927AB}"/>
              </a:ext>
            </a:extLst>
          </p:cNvPr>
          <p:cNvSpPr>
            <a:spLocks xmlns:a="http://schemas.openxmlformats.org/drawingml/2006/main" noGrp="1"/>
          </p:cNvSpPr>
          <p:nvPr/>
        </p:nvSpPr>
        <p:spPr>
          <a:xfrm xmlns:a="http://schemas.openxmlformats.org/drawingml/2006/main">
            <a:off x="952500" y="3705225"/>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Ton</a:t>
            </a:r>
          </a:p>
        </p:txBody>
      </p:sp>
      <p:sp>
        <p:nvSpPr>
          <p:cNvPr id="23" name="">
            <a:extLst xmlns:a="http://schemas.openxmlformats.org/drawingml/2006/main">
              <a:ext uri="{FF2B5EF4-FFF2-40B4-BE49-F238E27FC236}">
                <a16:creationId xmlns:a16="http://schemas.microsoft.com/office/drawing/2014/main" id="{38EA803B-4B74-4E23-B6C0-4554257D6F0D}"/>
              </a:ext>
            </a:extLst>
          </p:cNvPr>
          <p:cNvSpPr>
            <a:spLocks xmlns:a="http://schemas.openxmlformats.org/drawingml/2006/main" noGrp="1"/>
          </p:cNvSpPr>
          <p:nvPr/>
        </p:nvSpPr>
        <p:spPr>
          <a:xfrm xmlns:a="http://schemas.openxmlformats.org/drawingml/2006/main">
            <a:off x="2381250" y="37052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64748B"/>
                </a:solidFill>
                <a:latin typeface="Onest"/>
                <a:ea typeface="Onest"/>
                <a:cs typeface="Onest"/>
              </a:defRPr>
            </a:pPr>
            <a:r>
              <a:rPr sz="1200" b="0" i="0">
                <a:solidFill>
                  <a:srgbClr val="64748B"/>
                </a:solidFill>
                <a:latin typeface="Onest"/>
                <a:ea typeface="Onest"/>
                <a:cs typeface="Onest"/>
              </a:rPr>
              <a:t>Scurt, profesional, fara promisiuni goale</a:t>
            </a:r>
          </a:p>
        </p:txBody>
      </p:sp>
      <p:sp>
        <p:nvSpPr>
          <p:cNvPr id="24" name="">
            <a:extLst xmlns:a="http://schemas.openxmlformats.org/drawingml/2006/main">
              <a:ext uri="{FF2B5EF4-FFF2-40B4-BE49-F238E27FC236}">
                <a16:creationId xmlns:a16="http://schemas.microsoft.com/office/drawing/2014/main" id="{F851340D-BDFA-4188-B603-C4B6FFFA02B3}"/>
              </a:ext>
            </a:extLst>
          </p:cNvPr>
          <p:cNvSpPr>
            <a:spLocks xmlns:a="http://schemas.openxmlformats.org/drawingml/2006/main" noGrp="1"/>
          </p:cNvSpPr>
          <p:nvPr/>
        </p:nvSpPr>
        <p:spPr>
          <a:xfrm xmlns:a="http://schemas.openxmlformats.org/drawingml/2006/main">
            <a:off x="5276850" y="3676650"/>
            <a:ext cx="285750" cy="285750"/>
          </a:xfrm>
          <a:prstGeom xmlns:a="http://schemas.openxmlformats.org/drawingml/2006/main" prst="ellipse">
            <a:avLst/>
          </a:prstGeom>
          <a:solidFill xmlns:a="http://schemas.openxmlformats.org/drawingml/2006/main">
            <a:srgbClr val="7C3AED"/>
          </a:solidFill>
          <a:ln xmlns:a="http://schemas.openxmlformats.org/drawingml/2006/main" w="9525">
            <a:solidFill>
              <a:srgbClr val="7C3AED"/>
            </a:solidFill>
            <a:prstDash val="solid"/>
          </a:ln>
        </p:spPr>
      </p:sp>
      <p:sp>
        <p:nvSpPr>
          <p:cNvPr id="25" name="">
            <a:extLst xmlns:a="http://schemas.openxmlformats.org/drawingml/2006/main">
              <a:ext uri="{FF2B5EF4-FFF2-40B4-BE49-F238E27FC236}">
                <a16:creationId xmlns:a16="http://schemas.microsoft.com/office/drawing/2014/main" id="{5E7720A2-F5E7-425A-A6CF-689CEFF571BE}"/>
              </a:ext>
            </a:extLst>
          </p:cNvPr>
          <p:cNvSpPr>
            <a:spLocks xmlns:a="http://schemas.openxmlformats.org/drawingml/2006/main" noGrp="1"/>
          </p:cNvSpPr>
          <p:nvPr/>
        </p:nvSpPr>
        <p:spPr>
          <a:xfrm xmlns:a="http://schemas.openxmlformats.org/drawingml/2006/main">
            <a:off x="5695950" y="3676650"/>
            <a:ext cx="285750" cy="285750"/>
          </a:xfrm>
          <a:prstGeom xmlns:a="http://schemas.openxmlformats.org/drawingml/2006/main" prst="ellipse">
            <a:avLst/>
          </a:prstGeom>
          <a:solidFill xmlns:a="http://schemas.openxmlformats.org/drawingml/2006/main">
            <a:srgbClr val="7C3AED"/>
          </a:solidFill>
          <a:ln xmlns:a="http://schemas.openxmlformats.org/drawingml/2006/main" w="9525">
            <a:solidFill>
              <a:srgbClr val="7C3AED"/>
            </a:solidFill>
            <a:prstDash val="solid"/>
          </a:ln>
        </p:spPr>
      </p:sp>
      <p:sp>
        <p:nvSpPr>
          <p:cNvPr id="26" name="">
            <a:extLst xmlns:a="http://schemas.openxmlformats.org/drawingml/2006/main">
              <a:ext uri="{FF2B5EF4-FFF2-40B4-BE49-F238E27FC236}">
                <a16:creationId xmlns:a16="http://schemas.microsoft.com/office/drawing/2014/main" id="{CDB1A912-C12F-4C34-856A-E47EF38DF63F}"/>
              </a:ext>
            </a:extLst>
          </p:cNvPr>
          <p:cNvSpPr>
            <a:spLocks xmlns:a="http://schemas.openxmlformats.org/drawingml/2006/main" noGrp="1"/>
          </p:cNvSpPr>
          <p:nvPr/>
        </p:nvSpPr>
        <p:spPr>
          <a:xfrm xmlns:a="http://schemas.openxmlformats.org/drawingml/2006/main">
            <a:off x="6115050" y="3676650"/>
            <a:ext cx="285750" cy="285750"/>
          </a:xfrm>
          <a:prstGeom xmlns:a="http://schemas.openxmlformats.org/drawingml/2006/main" prst="ellipse">
            <a:avLst/>
          </a:prstGeom>
          <a:solidFill xmlns:a="http://schemas.openxmlformats.org/drawingml/2006/main">
            <a:srgbClr val="7C3AED"/>
          </a:solidFill>
          <a:ln xmlns:a="http://schemas.openxmlformats.org/drawingml/2006/main" w="9525">
            <a:solidFill>
              <a:srgbClr val="7C3AED"/>
            </a:solidFill>
            <a:prstDash val="solid"/>
          </a:ln>
        </p:spPr>
      </p:sp>
      <p:sp>
        <p:nvSpPr>
          <p:cNvPr id="27" name="">
            <a:extLst xmlns:a="http://schemas.openxmlformats.org/drawingml/2006/main">
              <a:ext uri="{FF2B5EF4-FFF2-40B4-BE49-F238E27FC236}">
                <a16:creationId xmlns:a16="http://schemas.microsoft.com/office/drawing/2014/main" id="{25EDB2C0-7771-43D6-8F69-D5E83632C2B1}"/>
              </a:ext>
            </a:extLst>
          </p:cNvPr>
          <p:cNvSpPr>
            <a:spLocks xmlns:a="http://schemas.openxmlformats.org/drawingml/2006/main" noGrp="1"/>
          </p:cNvSpPr>
          <p:nvPr/>
        </p:nvSpPr>
        <p:spPr>
          <a:xfrm xmlns:a="http://schemas.openxmlformats.org/drawingml/2006/main">
            <a:off x="6534150" y="3676650"/>
            <a:ext cx="285750" cy="285750"/>
          </a:xfrm>
          <a:prstGeom xmlns:a="http://schemas.openxmlformats.org/drawingml/2006/main" prst="ellipse">
            <a:avLst/>
          </a:prstGeom>
          <a:solidFill xmlns:a="http://schemas.openxmlformats.org/drawingml/2006/main">
            <a:srgbClr val="7C3AED"/>
          </a:solidFill>
          <a:ln xmlns:a="http://schemas.openxmlformats.org/drawingml/2006/main" w="9525">
            <a:solidFill>
              <a:srgbClr val="7C3AED"/>
            </a:solidFill>
            <a:prstDash val="solid"/>
          </a:ln>
        </p:spPr>
      </p:sp>
      <p:sp>
        <p:nvSpPr>
          <p:cNvPr id="28" name="">
            <a:extLst xmlns:a="http://schemas.openxmlformats.org/drawingml/2006/main">
              <a:ext uri="{FF2B5EF4-FFF2-40B4-BE49-F238E27FC236}">
                <a16:creationId xmlns:a16="http://schemas.microsoft.com/office/drawing/2014/main" id="{CA5009F7-6E0D-4994-936E-28CE7C8B1777}"/>
              </a:ext>
            </a:extLst>
          </p:cNvPr>
          <p:cNvSpPr>
            <a:spLocks xmlns:a="http://schemas.openxmlformats.org/drawingml/2006/main" noGrp="1"/>
          </p:cNvSpPr>
          <p:nvPr/>
        </p:nvSpPr>
        <p:spPr>
          <a:xfrm xmlns:a="http://schemas.openxmlformats.org/drawingml/2006/main">
            <a:off x="6953250" y="3676650"/>
            <a:ext cx="285750" cy="285750"/>
          </a:xfrm>
          <a:prstGeom xmlns:a="http://schemas.openxmlformats.org/drawingml/2006/main" prst="ellipse">
            <a:avLst/>
          </a:prstGeom>
          <a:solidFill xmlns:a="http://schemas.openxmlformats.org/drawingml/2006/main">
            <a:srgbClr val="E2E8F0"/>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C116FE9C-E4CB-49BB-9B31-4FE55CC311AF}"/>
              </a:ext>
            </a:extLst>
          </p:cNvPr>
          <p:cNvSpPr>
            <a:spLocks xmlns:a="http://schemas.openxmlformats.org/drawingml/2006/main" noGrp="1"/>
          </p:cNvSpPr>
          <p:nvPr/>
        </p:nvSpPr>
        <p:spPr>
          <a:xfrm xmlns:a="http://schemas.openxmlformats.org/drawingml/2006/main">
            <a:off x="7429500" y="3676650"/>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500" b="1" i="0">
                <a:solidFill>
                  <a:srgbClr val="7C3AED"/>
                </a:solidFill>
                <a:latin typeface="Onest"/>
                <a:ea typeface="Onest"/>
                <a:cs typeface="Onest"/>
              </a:defRPr>
            </a:pPr>
            <a:r>
              <a:rPr sz="1500" b="1" i="0">
                <a:solidFill>
                  <a:srgbClr val="7C3AED"/>
                </a:solidFill>
                <a:latin typeface="Onest"/>
                <a:ea typeface="Onest"/>
                <a:cs typeface="Onest"/>
              </a:rPr>
              <a:t>4/5</a:t>
            </a:r>
          </a:p>
        </p:txBody>
      </p:sp>
      <p:sp>
        <p:nvSpPr>
          <p:cNvPr id="30" name="">
            <a:extLst xmlns:a="http://schemas.openxmlformats.org/drawingml/2006/main">
              <a:ext uri="{FF2B5EF4-FFF2-40B4-BE49-F238E27FC236}">
                <a16:creationId xmlns:a16="http://schemas.microsoft.com/office/drawing/2014/main" id="{BB29006B-BE30-459E-8EA3-CC178B6B3A19}"/>
              </a:ext>
            </a:extLst>
          </p:cNvPr>
          <p:cNvSpPr>
            <a:spLocks xmlns:a="http://schemas.openxmlformats.org/drawingml/2006/main" noGrp="1"/>
          </p:cNvSpPr>
          <p:nvPr/>
        </p:nvSpPr>
        <p:spPr>
          <a:xfrm xmlns:a="http://schemas.openxmlformats.org/drawingml/2006/main">
            <a:off x="952500" y="4314825"/>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CTA</a:t>
            </a:r>
          </a:p>
        </p:txBody>
      </p:sp>
      <p:sp>
        <p:nvSpPr>
          <p:cNvPr id="31" name="">
            <a:extLst xmlns:a="http://schemas.openxmlformats.org/drawingml/2006/main">
              <a:ext uri="{FF2B5EF4-FFF2-40B4-BE49-F238E27FC236}">
                <a16:creationId xmlns:a16="http://schemas.microsoft.com/office/drawing/2014/main" id="{56EEDB73-CDE1-4EB3-A6FC-0D8B2D67B366}"/>
              </a:ext>
            </a:extLst>
          </p:cNvPr>
          <p:cNvSpPr>
            <a:spLocks xmlns:a="http://schemas.openxmlformats.org/drawingml/2006/main" noGrp="1"/>
          </p:cNvSpPr>
          <p:nvPr/>
        </p:nvSpPr>
        <p:spPr>
          <a:xfrm xmlns:a="http://schemas.openxmlformats.org/drawingml/2006/main">
            <a:off x="2381250" y="43148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64748B"/>
                </a:solidFill>
                <a:latin typeface="Onest"/>
                <a:ea typeface="Onest"/>
                <a:cs typeface="Onest"/>
              </a:defRPr>
            </a:pPr>
            <a:r>
              <a:rPr sz="1200" b="0" i="0">
                <a:solidFill>
                  <a:srgbClr val="64748B"/>
                </a:solidFill>
                <a:latin typeface="Onest"/>
                <a:ea typeface="Onest"/>
                <a:cs typeface="Onest"/>
              </a:rPr>
              <a:t>Urmatorul pas este clar si mic</a:t>
            </a:r>
          </a:p>
        </p:txBody>
      </p:sp>
      <p:sp>
        <p:nvSpPr>
          <p:cNvPr id="32" name="">
            <a:extLst xmlns:a="http://schemas.openxmlformats.org/drawingml/2006/main">
              <a:ext uri="{FF2B5EF4-FFF2-40B4-BE49-F238E27FC236}">
                <a16:creationId xmlns:a16="http://schemas.microsoft.com/office/drawing/2014/main" id="{4C866612-E268-45DE-B91D-843233B816FF}"/>
              </a:ext>
            </a:extLst>
          </p:cNvPr>
          <p:cNvSpPr>
            <a:spLocks xmlns:a="http://schemas.openxmlformats.org/drawingml/2006/main" noGrp="1"/>
          </p:cNvSpPr>
          <p:nvPr/>
        </p:nvSpPr>
        <p:spPr>
          <a:xfrm xmlns:a="http://schemas.openxmlformats.org/drawingml/2006/main">
            <a:off x="5276850" y="4286250"/>
            <a:ext cx="285750" cy="28575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33" name="">
            <a:extLst xmlns:a="http://schemas.openxmlformats.org/drawingml/2006/main">
              <a:ext uri="{FF2B5EF4-FFF2-40B4-BE49-F238E27FC236}">
                <a16:creationId xmlns:a16="http://schemas.microsoft.com/office/drawing/2014/main" id="{70288FF5-E903-4942-824D-1B2888FB637F}"/>
              </a:ext>
            </a:extLst>
          </p:cNvPr>
          <p:cNvSpPr>
            <a:spLocks xmlns:a="http://schemas.openxmlformats.org/drawingml/2006/main" noGrp="1"/>
          </p:cNvSpPr>
          <p:nvPr/>
        </p:nvSpPr>
        <p:spPr>
          <a:xfrm xmlns:a="http://schemas.openxmlformats.org/drawingml/2006/main">
            <a:off x="5695950" y="4286250"/>
            <a:ext cx="285750" cy="28575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34" name="">
            <a:extLst xmlns:a="http://schemas.openxmlformats.org/drawingml/2006/main">
              <a:ext uri="{FF2B5EF4-FFF2-40B4-BE49-F238E27FC236}">
                <a16:creationId xmlns:a16="http://schemas.microsoft.com/office/drawing/2014/main" id="{47851641-D9EA-4B72-B5AB-992A3D2D0A8A}"/>
              </a:ext>
            </a:extLst>
          </p:cNvPr>
          <p:cNvSpPr>
            <a:spLocks xmlns:a="http://schemas.openxmlformats.org/drawingml/2006/main" noGrp="1"/>
          </p:cNvSpPr>
          <p:nvPr/>
        </p:nvSpPr>
        <p:spPr>
          <a:xfrm xmlns:a="http://schemas.openxmlformats.org/drawingml/2006/main">
            <a:off x="6115050" y="4286250"/>
            <a:ext cx="285750" cy="28575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35" name="">
            <a:extLst xmlns:a="http://schemas.openxmlformats.org/drawingml/2006/main">
              <a:ext uri="{FF2B5EF4-FFF2-40B4-BE49-F238E27FC236}">
                <a16:creationId xmlns:a16="http://schemas.microsoft.com/office/drawing/2014/main" id="{1B1A3FC5-64BF-4168-986B-5019FE8237F2}"/>
              </a:ext>
            </a:extLst>
          </p:cNvPr>
          <p:cNvSpPr>
            <a:spLocks xmlns:a="http://schemas.openxmlformats.org/drawingml/2006/main" noGrp="1"/>
          </p:cNvSpPr>
          <p:nvPr/>
        </p:nvSpPr>
        <p:spPr>
          <a:xfrm xmlns:a="http://schemas.openxmlformats.org/drawingml/2006/main">
            <a:off x="6534150" y="4286250"/>
            <a:ext cx="285750" cy="28575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36" name="">
            <a:extLst xmlns:a="http://schemas.openxmlformats.org/drawingml/2006/main">
              <a:ext uri="{FF2B5EF4-FFF2-40B4-BE49-F238E27FC236}">
                <a16:creationId xmlns:a16="http://schemas.microsoft.com/office/drawing/2014/main" id="{DE2BEB77-25FC-48B9-B19D-ED64080603C0}"/>
              </a:ext>
            </a:extLst>
          </p:cNvPr>
          <p:cNvSpPr>
            <a:spLocks xmlns:a="http://schemas.openxmlformats.org/drawingml/2006/main" noGrp="1"/>
          </p:cNvSpPr>
          <p:nvPr/>
        </p:nvSpPr>
        <p:spPr>
          <a:xfrm xmlns:a="http://schemas.openxmlformats.org/drawingml/2006/main">
            <a:off x="6953250" y="4286250"/>
            <a:ext cx="285750" cy="285750"/>
          </a:xfrm>
          <a:prstGeom xmlns:a="http://schemas.openxmlformats.org/drawingml/2006/main" prst="ellipse">
            <a:avLst/>
          </a:prstGeom>
          <a:solidFill xmlns:a="http://schemas.openxmlformats.org/drawingml/2006/main">
            <a:srgbClr val="E2E8F0"/>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E7B834E4-F2E7-467A-BF11-A9DE688A992F}"/>
              </a:ext>
            </a:extLst>
          </p:cNvPr>
          <p:cNvSpPr>
            <a:spLocks xmlns:a="http://schemas.openxmlformats.org/drawingml/2006/main" noGrp="1"/>
          </p:cNvSpPr>
          <p:nvPr/>
        </p:nvSpPr>
        <p:spPr>
          <a:xfrm xmlns:a="http://schemas.openxmlformats.org/drawingml/2006/main">
            <a:off x="7429500" y="4286250"/>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500" b="1" i="0">
                <a:solidFill>
                  <a:srgbClr val="F59E0B"/>
                </a:solidFill>
                <a:latin typeface="Onest"/>
                <a:ea typeface="Onest"/>
                <a:cs typeface="Onest"/>
              </a:defRPr>
            </a:pPr>
            <a:r>
              <a:rPr sz="1500" b="1" i="0">
                <a:solidFill>
                  <a:srgbClr val="F59E0B"/>
                </a:solidFill>
                <a:latin typeface="Onest"/>
                <a:ea typeface="Onest"/>
                <a:cs typeface="Onest"/>
              </a:rPr>
              <a:t>4/5</a:t>
            </a:r>
          </a:p>
        </p:txBody>
      </p:sp>
      <p:sp>
        <p:nvSpPr>
          <p:cNvPr id="38" name="">
            <a:extLst xmlns:a="http://schemas.openxmlformats.org/drawingml/2006/main">
              <a:ext uri="{FF2B5EF4-FFF2-40B4-BE49-F238E27FC236}">
                <a16:creationId xmlns:a16="http://schemas.microsoft.com/office/drawing/2014/main" id="{58300C2F-0414-4E2F-A68C-EBF6C4AFD623}"/>
              </a:ext>
            </a:extLst>
          </p:cNvPr>
          <p:cNvSpPr>
            <a:spLocks xmlns:a="http://schemas.openxmlformats.org/drawingml/2006/main" noGrp="1"/>
          </p:cNvSpPr>
          <p:nvPr/>
        </p:nvSpPr>
        <p:spPr>
          <a:xfrm xmlns:a="http://schemas.openxmlformats.org/drawingml/2006/main">
            <a:off x="952500" y="4924425"/>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F172A"/>
                </a:solidFill>
                <a:latin typeface="Onest"/>
                <a:ea typeface="Onest"/>
                <a:cs typeface="Onest"/>
              </a:defRPr>
            </a:pPr>
            <a:r>
              <a:rPr sz="1500" b="1" i="0">
                <a:solidFill>
                  <a:srgbClr val="0F172A"/>
                </a:solidFill>
                <a:latin typeface="Onest"/>
                <a:ea typeface="Onest"/>
                <a:cs typeface="Onest"/>
              </a:rPr>
              <a:t>Opt-out</a:t>
            </a:r>
          </a:p>
        </p:txBody>
      </p:sp>
      <p:sp>
        <p:nvSpPr>
          <p:cNvPr id="39" name="">
            <a:extLst xmlns:a="http://schemas.openxmlformats.org/drawingml/2006/main">
              <a:ext uri="{FF2B5EF4-FFF2-40B4-BE49-F238E27FC236}">
                <a16:creationId xmlns:a16="http://schemas.microsoft.com/office/drawing/2014/main" id="{B3961E17-1806-4151-A010-8B1E0BED7430}"/>
              </a:ext>
            </a:extLst>
          </p:cNvPr>
          <p:cNvSpPr>
            <a:spLocks xmlns:a="http://schemas.openxmlformats.org/drawingml/2006/main" noGrp="1"/>
          </p:cNvSpPr>
          <p:nvPr/>
        </p:nvSpPr>
        <p:spPr>
          <a:xfrm xmlns:a="http://schemas.openxmlformats.org/drawingml/2006/main">
            <a:off x="2381250" y="49244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64748B"/>
                </a:solidFill>
                <a:latin typeface="Onest"/>
                <a:ea typeface="Onest"/>
                <a:cs typeface="Onest"/>
              </a:defRPr>
            </a:pPr>
            <a:r>
              <a:rPr sz="1200" b="0" i="0">
                <a:solidFill>
                  <a:srgbClr val="64748B"/>
                </a:solidFill>
                <a:latin typeface="Onest"/>
                <a:ea typeface="Onest"/>
                <a:cs typeface="Onest"/>
              </a:rPr>
              <a:t>Ofera o iesire politicoasa</a:t>
            </a:r>
          </a:p>
        </p:txBody>
      </p:sp>
      <p:sp>
        <p:nvSpPr>
          <p:cNvPr id="40" name="">
            <a:extLst xmlns:a="http://schemas.openxmlformats.org/drawingml/2006/main">
              <a:ext uri="{FF2B5EF4-FFF2-40B4-BE49-F238E27FC236}">
                <a16:creationId xmlns:a16="http://schemas.microsoft.com/office/drawing/2014/main" id="{FE0DF69F-0E26-44E8-AF91-F454F388B05A}"/>
              </a:ext>
            </a:extLst>
          </p:cNvPr>
          <p:cNvSpPr>
            <a:spLocks xmlns:a="http://schemas.openxmlformats.org/drawingml/2006/main" noGrp="1"/>
          </p:cNvSpPr>
          <p:nvPr/>
        </p:nvSpPr>
        <p:spPr>
          <a:xfrm xmlns:a="http://schemas.openxmlformats.org/drawingml/2006/main">
            <a:off x="5276850" y="4895850"/>
            <a:ext cx="285750" cy="285750"/>
          </a:xfrm>
          <a:prstGeom xmlns:a="http://schemas.openxmlformats.org/drawingml/2006/main" prst="ellipse">
            <a:avLst/>
          </a:prstGeom>
          <a:solidFill xmlns:a="http://schemas.openxmlformats.org/drawingml/2006/main">
            <a:srgbClr val="EC4899"/>
          </a:solidFill>
          <a:ln xmlns:a="http://schemas.openxmlformats.org/drawingml/2006/main" w="9525">
            <a:solidFill>
              <a:srgbClr val="EC4899"/>
            </a:solidFill>
            <a:prstDash val="solid"/>
          </a:ln>
        </p:spPr>
      </p:sp>
      <p:sp>
        <p:nvSpPr>
          <p:cNvPr id="41" name="">
            <a:extLst xmlns:a="http://schemas.openxmlformats.org/drawingml/2006/main">
              <a:ext uri="{FF2B5EF4-FFF2-40B4-BE49-F238E27FC236}">
                <a16:creationId xmlns:a16="http://schemas.microsoft.com/office/drawing/2014/main" id="{8B7F1F4C-6CB5-48A8-BB42-2231A6942688}"/>
              </a:ext>
            </a:extLst>
          </p:cNvPr>
          <p:cNvSpPr>
            <a:spLocks xmlns:a="http://schemas.openxmlformats.org/drawingml/2006/main" noGrp="1"/>
          </p:cNvSpPr>
          <p:nvPr/>
        </p:nvSpPr>
        <p:spPr>
          <a:xfrm xmlns:a="http://schemas.openxmlformats.org/drawingml/2006/main">
            <a:off x="5695950" y="4895850"/>
            <a:ext cx="285750" cy="285750"/>
          </a:xfrm>
          <a:prstGeom xmlns:a="http://schemas.openxmlformats.org/drawingml/2006/main" prst="ellipse">
            <a:avLst/>
          </a:prstGeom>
          <a:solidFill xmlns:a="http://schemas.openxmlformats.org/drawingml/2006/main">
            <a:srgbClr val="EC4899"/>
          </a:solidFill>
          <a:ln xmlns:a="http://schemas.openxmlformats.org/drawingml/2006/main" w="9525">
            <a:solidFill>
              <a:srgbClr val="EC4899"/>
            </a:solidFill>
            <a:prstDash val="solid"/>
          </a:ln>
        </p:spPr>
      </p:sp>
      <p:sp>
        <p:nvSpPr>
          <p:cNvPr id="42" name="">
            <a:extLst xmlns:a="http://schemas.openxmlformats.org/drawingml/2006/main">
              <a:ext uri="{FF2B5EF4-FFF2-40B4-BE49-F238E27FC236}">
                <a16:creationId xmlns:a16="http://schemas.microsoft.com/office/drawing/2014/main" id="{0D7D62AE-D611-4305-80ED-9E5E016F490B}"/>
              </a:ext>
            </a:extLst>
          </p:cNvPr>
          <p:cNvSpPr>
            <a:spLocks xmlns:a="http://schemas.openxmlformats.org/drawingml/2006/main" noGrp="1"/>
          </p:cNvSpPr>
          <p:nvPr/>
        </p:nvSpPr>
        <p:spPr>
          <a:xfrm xmlns:a="http://schemas.openxmlformats.org/drawingml/2006/main">
            <a:off x="6115050" y="4895850"/>
            <a:ext cx="285750" cy="285750"/>
          </a:xfrm>
          <a:prstGeom xmlns:a="http://schemas.openxmlformats.org/drawingml/2006/main" prst="ellipse">
            <a:avLst/>
          </a:prstGeom>
          <a:solidFill xmlns:a="http://schemas.openxmlformats.org/drawingml/2006/main">
            <a:srgbClr val="EC4899"/>
          </a:solidFill>
          <a:ln xmlns:a="http://schemas.openxmlformats.org/drawingml/2006/main" w="9525">
            <a:solidFill>
              <a:srgbClr val="EC4899"/>
            </a:solidFill>
            <a:prstDash val="solid"/>
          </a:ln>
        </p:spPr>
      </p:sp>
      <p:sp>
        <p:nvSpPr>
          <p:cNvPr id="43" name="">
            <a:extLst xmlns:a="http://schemas.openxmlformats.org/drawingml/2006/main">
              <a:ext uri="{FF2B5EF4-FFF2-40B4-BE49-F238E27FC236}">
                <a16:creationId xmlns:a16="http://schemas.microsoft.com/office/drawing/2014/main" id="{3A7EF3AF-F31E-4C88-8E05-555D270D90DB}"/>
              </a:ext>
            </a:extLst>
          </p:cNvPr>
          <p:cNvSpPr>
            <a:spLocks xmlns:a="http://schemas.openxmlformats.org/drawingml/2006/main" noGrp="1"/>
          </p:cNvSpPr>
          <p:nvPr/>
        </p:nvSpPr>
        <p:spPr>
          <a:xfrm xmlns:a="http://schemas.openxmlformats.org/drawingml/2006/main">
            <a:off x="6534150" y="4895850"/>
            <a:ext cx="285750" cy="285750"/>
          </a:xfrm>
          <a:prstGeom xmlns:a="http://schemas.openxmlformats.org/drawingml/2006/main" prst="ellipse">
            <a:avLst/>
          </a:prstGeom>
          <a:solidFill xmlns:a="http://schemas.openxmlformats.org/drawingml/2006/main">
            <a:srgbClr val="EC4899"/>
          </a:solidFill>
          <a:ln xmlns:a="http://schemas.openxmlformats.org/drawingml/2006/main" w="9525">
            <a:solidFill>
              <a:srgbClr val="EC4899"/>
            </a:solidFill>
            <a:prstDash val="solid"/>
          </a:ln>
        </p:spPr>
      </p:sp>
      <p:sp>
        <p:nvSpPr>
          <p:cNvPr id="44" name="">
            <a:extLst xmlns:a="http://schemas.openxmlformats.org/drawingml/2006/main">
              <a:ext uri="{FF2B5EF4-FFF2-40B4-BE49-F238E27FC236}">
                <a16:creationId xmlns:a16="http://schemas.microsoft.com/office/drawing/2014/main" id="{8A9ADA96-3857-470E-BF02-6EBA49FCE775}"/>
              </a:ext>
            </a:extLst>
          </p:cNvPr>
          <p:cNvSpPr>
            <a:spLocks xmlns:a="http://schemas.openxmlformats.org/drawingml/2006/main" noGrp="1"/>
          </p:cNvSpPr>
          <p:nvPr/>
        </p:nvSpPr>
        <p:spPr>
          <a:xfrm xmlns:a="http://schemas.openxmlformats.org/drawingml/2006/main">
            <a:off x="6953250" y="4895850"/>
            <a:ext cx="285750" cy="285750"/>
          </a:xfrm>
          <a:prstGeom xmlns:a="http://schemas.openxmlformats.org/drawingml/2006/main" prst="ellipse">
            <a:avLst/>
          </a:prstGeom>
          <a:solidFill xmlns:a="http://schemas.openxmlformats.org/drawingml/2006/main">
            <a:srgbClr val="EC4899"/>
          </a:solidFill>
          <a:ln xmlns:a="http://schemas.openxmlformats.org/drawingml/2006/main" w="9525">
            <a:solidFill>
              <a:srgbClr val="EC4899"/>
            </a:solidFill>
            <a:prstDash val="solid"/>
          </a:ln>
        </p:spPr>
      </p:sp>
      <p:sp>
        <p:nvSpPr>
          <p:cNvPr id="45" name="">
            <a:extLst xmlns:a="http://schemas.openxmlformats.org/drawingml/2006/main">
              <a:ext uri="{FF2B5EF4-FFF2-40B4-BE49-F238E27FC236}">
                <a16:creationId xmlns:a16="http://schemas.microsoft.com/office/drawing/2014/main" id="{B456D019-F327-414B-9347-AAE1D9CC133F}"/>
              </a:ext>
            </a:extLst>
          </p:cNvPr>
          <p:cNvSpPr>
            <a:spLocks xmlns:a="http://schemas.openxmlformats.org/drawingml/2006/main" noGrp="1"/>
          </p:cNvSpPr>
          <p:nvPr/>
        </p:nvSpPr>
        <p:spPr>
          <a:xfrm xmlns:a="http://schemas.openxmlformats.org/drawingml/2006/main">
            <a:off x="7429500" y="4895850"/>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500" b="1" i="0">
                <a:solidFill>
                  <a:srgbClr val="EC4899"/>
                </a:solidFill>
                <a:latin typeface="Onest"/>
                <a:ea typeface="Onest"/>
                <a:cs typeface="Onest"/>
              </a:defRPr>
            </a:pPr>
            <a:r>
              <a:rPr sz="1500" b="1" i="0">
                <a:solidFill>
                  <a:srgbClr val="EC4899"/>
                </a:solidFill>
                <a:latin typeface="Onest"/>
                <a:ea typeface="Onest"/>
                <a:cs typeface="Onest"/>
              </a:rPr>
              <a:t>5/5</a:t>
            </a:r>
          </a:p>
        </p:txBody>
      </p:sp>
      <p:sp>
        <p:nvSpPr>
          <p:cNvPr id="46" name="">
            <a:extLst xmlns:a="http://schemas.openxmlformats.org/drawingml/2006/main">
              <a:ext uri="{FF2B5EF4-FFF2-40B4-BE49-F238E27FC236}">
                <a16:creationId xmlns:a16="http://schemas.microsoft.com/office/drawing/2014/main" id="{F17BE3F7-CFB8-4FFD-B005-9B73A15FA5D5}"/>
              </a:ext>
            </a:extLst>
          </p:cNvPr>
          <p:cNvSpPr>
            <a:spLocks xmlns:a="http://schemas.openxmlformats.org/drawingml/2006/main" noGrp="1"/>
          </p:cNvSpPr>
          <p:nvPr/>
        </p:nvSpPr>
        <p:spPr>
          <a:xfrm xmlns:a="http://schemas.openxmlformats.org/drawingml/2006/main">
            <a:off x="8115300" y="2324100"/>
            <a:ext cx="2971800" cy="2266950"/>
          </a:xfrm>
          <a:prstGeom xmlns:a="http://schemas.openxmlformats.org/drawingml/2006/main" prst="roundRect">
            <a:avLst>
              <a:gd name="adj" fmla="val 6723"/>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47" name="">
            <a:extLst xmlns:a="http://schemas.openxmlformats.org/drawingml/2006/main">
              <a:ext uri="{FF2B5EF4-FFF2-40B4-BE49-F238E27FC236}">
                <a16:creationId xmlns:a16="http://schemas.microsoft.com/office/drawing/2014/main" id="{5090BB2D-8A75-4887-8C85-14E682B0057D}"/>
              </a:ext>
            </a:extLst>
          </p:cNvPr>
          <p:cNvSpPr>
            <a:spLocks xmlns:a="http://schemas.openxmlformats.org/drawingml/2006/main" noGrp="1"/>
          </p:cNvSpPr>
          <p:nvPr/>
        </p:nvSpPr>
        <p:spPr>
          <a:xfrm xmlns:a="http://schemas.openxmlformats.org/drawingml/2006/main">
            <a:off x="8382000" y="2590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5B7CF7"/>
                </a:solidFill>
                <a:latin typeface="Onest"/>
                <a:ea typeface="Onest"/>
                <a:cs typeface="Onest"/>
              </a:defRPr>
            </a:pPr>
            <a:r>
              <a:rPr sz="1425" b="1" i="0">
                <a:solidFill>
                  <a:srgbClr val="5B7CF7"/>
                </a:solidFill>
                <a:latin typeface="Onest"/>
                <a:ea typeface="Onest"/>
                <a:cs typeface="Onest"/>
              </a:rPr>
              <a:t>Exemplu de regula</a:t>
            </a:r>
          </a:p>
        </p:txBody>
      </p:sp>
      <p:sp>
        <p:nvSpPr>
          <p:cNvPr id="48" name="">
            <a:extLst xmlns:a="http://schemas.openxmlformats.org/drawingml/2006/main">
              <a:ext uri="{FF2B5EF4-FFF2-40B4-BE49-F238E27FC236}">
                <a16:creationId xmlns:a16="http://schemas.microsoft.com/office/drawing/2014/main" id="{7FE311B4-E0B4-4958-A484-F3E465B9733A}"/>
              </a:ext>
            </a:extLst>
          </p:cNvPr>
          <p:cNvSpPr>
            <a:spLocks xmlns:a="http://schemas.openxmlformats.org/drawingml/2006/main" noGrp="1"/>
          </p:cNvSpPr>
          <p:nvPr/>
        </p:nvSpPr>
        <p:spPr>
          <a:xfrm xmlns:a="http://schemas.openxmlformats.org/drawingml/2006/main">
            <a:off x="8401050" y="31051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i="0">
                <a:solidFill>
                  <a:srgbClr val="FFFFFF"/>
                </a:solidFill>
                <a:latin typeface="Onest"/>
                <a:ea typeface="Onest"/>
                <a:cs typeface="Onest"/>
              </a:defRPr>
            </a:pPr>
            <a:r>
              <a:rPr sz="1575" b="1" i="0">
                <a:solidFill>
                  <a:srgbClr val="FFFFFF"/>
                </a:solidFill>
                <a:latin typeface="Onest"/>
                <a:ea typeface="Onest"/>
                <a:cs typeface="Onest"/>
              </a:rPr>
              <a:t>Daca nu exista o sursa publica suficient de clara, draftul intra in REVIEW. Nu ghicim.</a:t>
            </a:r>
          </a:p>
        </p:txBody>
      </p:sp>
      <p:sp>
        <p:nvSpPr>
          <p:cNvPr id="49" name="">
            <a:extLst xmlns:a="http://schemas.openxmlformats.org/drawingml/2006/main">
              <a:ext uri="{FF2B5EF4-FFF2-40B4-BE49-F238E27FC236}">
                <a16:creationId xmlns:a16="http://schemas.microsoft.com/office/drawing/2014/main" id="{1C70A335-BB09-4647-850A-73E0C990EAC3}"/>
              </a:ext>
            </a:extLst>
          </p:cNvPr>
          <p:cNvSpPr>
            <a:spLocks xmlns:a="http://schemas.openxmlformats.org/drawingml/2006/main" noGrp="1"/>
          </p:cNvSpPr>
          <p:nvPr/>
        </p:nvSpPr>
        <p:spPr>
          <a:xfrm xmlns:a="http://schemas.openxmlformats.org/drawingml/2006/main">
            <a:off x="1676400" y="5638800"/>
            <a:ext cx="8591550" cy="3810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9525">
            <a:solidFill>
              <a:srgbClr val="A5B4FC"/>
            </a:solidFill>
            <a:prstDash val="solid"/>
          </a:ln>
        </p:spPr>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2D52D4"/>
                </a:solidFill>
                <a:latin typeface="Onest"/>
                <a:ea typeface="Onest"/>
                <a:cs typeface="Onest"/>
              </a:defRPr>
            </a:pPr>
            <a:r>
              <a:rPr sz="1350" b="1">
                <a:solidFill>
                  <a:srgbClr val="2D52D4"/>
                </a:solidFill>
                <a:latin typeface="Onest"/>
                <a:ea typeface="Onest"/>
                <a:cs typeface="Onest"/>
              </a:rPr>
              <a:t>Prag de exemplu: sub 20/25 -&gt; review uman inainte de trimitere.</a:t>
            </a:r>
          </a:p>
        </p:txBody>
      </p:sp>
    </p:spTree>
    <p:extLst>
      <p:ext uri="{BB962C8B-B14F-4D97-AF65-F5344CB8AC3E}">
        <p14:creationId xmlns:p14="http://schemas.microsoft.com/office/powerpoint/2010/main" val="13895225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9216023-349F-4F50-9C21-B4A5B1AB49E7}"/>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28 / 30</a:t>
            </a:r>
          </a:p>
        </p:txBody>
      </p:sp>
      <p:sp>
        <p:nvSpPr>
          <p:cNvPr id="2" name="">
            <a:extLst xmlns:a="http://schemas.openxmlformats.org/drawingml/2006/main">
              <a:ext uri="{FF2B5EF4-FFF2-40B4-BE49-F238E27FC236}">
                <a16:creationId xmlns:a16="http://schemas.microsoft.com/office/drawing/2014/main" id="{CF669A15-1F68-4445-A760-E815519AAD1F}"/>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AF1EE6-A5C9-4022-A2FB-A834CF980EA4}"/>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RESEND</a:t>
            </a:r>
          </a:p>
        </p:txBody>
      </p:sp>
      <p:sp>
        <p:nvSpPr>
          <p:cNvPr id="4" name="">
            <a:extLst xmlns:a="http://schemas.openxmlformats.org/drawingml/2006/main">
              <a:ext uri="{FF2B5EF4-FFF2-40B4-BE49-F238E27FC236}">
                <a16:creationId xmlns:a16="http://schemas.microsoft.com/office/drawing/2014/main" id="{3A88B52E-F439-4FFE-BB62-019487D5C79C}"/>
              </a:ext>
            </a:extLst>
          </p:cNvPr>
          <p:cNvSpPr>
            <a:spLocks xmlns:a="http://schemas.openxmlformats.org/drawingml/2006/main" noGrp="1"/>
          </p:cNvSpPr>
          <p:nvPr/>
        </p:nvSpPr>
        <p:spPr>
          <a:xfrm xmlns:a="http://schemas.openxmlformats.org/drawingml/2006/main">
            <a:off x="647700" y="1028700"/>
            <a:ext cx="971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000" b="1" i="0">
                <a:solidFill>
                  <a:srgbClr val="0F172A"/>
                </a:solidFill>
                <a:latin typeface="Onest"/>
                <a:ea typeface="Onest"/>
                <a:cs typeface="Onest"/>
              </a:defRPr>
            </a:pPr>
            <a:r>
              <a:rPr sz="3000" b="1" i="0">
                <a:solidFill>
                  <a:srgbClr val="0F172A"/>
                </a:solidFill>
                <a:latin typeface="Onest"/>
                <a:ea typeface="Onest"/>
                <a:cs typeface="Onest"/>
              </a:rPr>
              <a:t>Trimiterea are nevoie de o infrastructura, nu de curaj</a:t>
            </a:r>
          </a:p>
        </p:txBody>
      </p:sp>
      <p:sp>
        <p:nvSpPr>
          <p:cNvPr id="5" name="">
            <a:extLst xmlns:a="http://schemas.openxmlformats.org/drawingml/2006/main">
              <a:ext uri="{FF2B5EF4-FFF2-40B4-BE49-F238E27FC236}">
                <a16:creationId xmlns:a16="http://schemas.microsoft.com/office/drawing/2014/main" id="{F8ACF932-40D3-41DB-9A0A-217D7E532F9F}"/>
              </a:ext>
            </a:extLst>
          </p:cNvPr>
          <p:cNvSpPr>
            <a:spLocks xmlns:a="http://schemas.openxmlformats.org/drawingml/2006/main" noGrp="1"/>
          </p:cNvSpPr>
          <p:nvPr/>
        </p:nvSpPr>
        <p:spPr>
          <a:xfrm xmlns:a="http://schemas.openxmlformats.org/drawingml/2006/main">
            <a:off x="647700" y="2000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Domeniul autentificat, cheia pastrata bine si evenimentele monitorizate sunt parte din aceeasi bucla.</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8b0ea7f64cc2400c"/>
          <a:stretch xmlns:a="http://schemas.openxmlformats.org/drawingml/2006/main"/>
        </p:blipFill>
        <p:spPr>
          <a:xfrm xmlns:a="http://schemas.openxmlformats.org/drawingml/2006/main">
            <a:off x="990600" y="2419350"/>
            <a:ext cx="628650" cy="628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6A4FD6-992C-4805-9840-1B1D436D22CD}"/>
              </a:ext>
            </a:extLst>
          </p:cNvPr>
          <p:cNvSpPr>
            <a:spLocks xmlns:a="http://schemas.openxmlformats.org/drawingml/2006/main" noGrp="1"/>
          </p:cNvSpPr>
          <p:nvPr/>
        </p:nvSpPr>
        <p:spPr>
          <a:xfrm xmlns:a="http://schemas.openxmlformats.org/drawingml/2006/main">
            <a:off x="857250" y="31242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200" b="1" i="0">
                <a:solidFill>
                  <a:srgbClr val="0F172A"/>
                </a:solidFill>
                <a:latin typeface="Onest"/>
                <a:ea typeface="Onest"/>
                <a:cs typeface="Onest"/>
              </a:defRPr>
            </a:pPr>
            <a:r>
              <a:rPr sz="1200" b="1" i="0">
                <a:solidFill>
                  <a:srgbClr val="0F172A"/>
                </a:solidFill>
                <a:latin typeface="Onest"/>
                <a:ea typeface="Onest"/>
                <a:cs typeface="Onest"/>
              </a:rPr>
              <a:t>RESEND</a:t>
            </a:r>
          </a:p>
        </p:txBody>
      </p:sp>
      <p:sp>
        <p:nvSpPr>
          <p:cNvPr id="8" name="">
            <a:extLst xmlns:a="http://schemas.openxmlformats.org/drawingml/2006/main">
              <a:ext uri="{FF2B5EF4-FFF2-40B4-BE49-F238E27FC236}">
                <a16:creationId xmlns:a16="http://schemas.microsoft.com/office/drawing/2014/main" id="{702AF7B3-4B9B-4974-BCA7-DDAACDC30CB4}"/>
              </a:ext>
            </a:extLst>
          </p:cNvPr>
          <p:cNvSpPr>
            <a:spLocks xmlns:a="http://schemas.openxmlformats.org/drawingml/2006/main" noGrp="1"/>
          </p:cNvSpPr>
          <p:nvPr/>
        </p:nvSpPr>
        <p:spPr>
          <a:xfrm xmlns:a="http://schemas.openxmlformats.org/drawingml/2006/main">
            <a:off x="3848100" y="3638550"/>
            <a:ext cx="45720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9" name="">
            <a:extLst xmlns:a="http://schemas.openxmlformats.org/drawingml/2006/main">
              <a:ext uri="{FF2B5EF4-FFF2-40B4-BE49-F238E27FC236}">
                <a16:creationId xmlns:a16="http://schemas.microsoft.com/office/drawing/2014/main" id="{D1AB118A-592D-4A1E-880D-D78D06823D06}"/>
              </a:ext>
            </a:extLst>
          </p:cNvPr>
          <p:cNvSpPr>
            <a:spLocks xmlns:a="http://schemas.openxmlformats.org/drawingml/2006/main" noGrp="1"/>
          </p:cNvSpPr>
          <p:nvPr/>
        </p:nvSpPr>
        <p:spPr>
          <a:xfrm xmlns:a="http://schemas.openxmlformats.org/drawingml/2006/main">
            <a:off x="2324100" y="3105150"/>
            <a:ext cx="1524000" cy="1123950"/>
          </a:xfrm>
          <a:prstGeom xmlns:a="http://schemas.openxmlformats.org/drawingml/2006/main" prst="roundRect">
            <a:avLst>
              <a:gd name="adj" fmla="val 11864"/>
            </a:avLst>
          </a:prstGeom>
          <a:solidFill xmlns:a="http://schemas.openxmlformats.org/drawingml/2006/main">
            <a:srgbClr val="E0F2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14EED24-0731-4C0A-81A0-DD7E70FD67F1}"/>
              </a:ext>
            </a:extLst>
          </p:cNvPr>
          <p:cNvSpPr>
            <a:spLocks xmlns:a="http://schemas.openxmlformats.org/drawingml/2006/main" noGrp="1"/>
          </p:cNvSpPr>
          <p:nvPr/>
        </p:nvSpPr>
        <p:spPr>
          <a:xfrm xmlns:a="http://schemas.openxmlformats.org/drawingml/2006/main">
            <a:off x="2476500" y="3238500"/>
            <a:ext cx="285750" cy="2857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1</a:t>
            </a:r>
          </a:p>
        </p:txBody>
      </p:sp>
      <p:sp>
        <p:nvSpPr>
          <p:cNvPr id="11" name="">
            <a:extLst xmlns:a="http://schemas.openxmlformats.org/drawingml/2006/main">
              <a:ext uri="{FF2B5EF4-FFF2-40B4-BE49-F238E27FC236}">
                <a16:creationId xmlns:a16="http://schemas.microsoft.com/office/drawing/2014/main" id="{7489F8BE-AB9D-4129-B592-5DB3F11381EC}"/>
              </a:ext>
            </a:extLst>
          </p:cNvPr>
          <p:cNvSpPr>
            <a:spLocks xmlns:a="http://schemas.openxmlformats.org/drawingml/2006/main" noGrp="1"/>
          </p:cNvSpPr>
          <p:nvPr/>
        </p:nvSpPr>
        <p:spPr>
          <a:xfrm xmlns:a="http://schemas.openxmlformats.org/drawingml/2006/main">
            <a:off x="2514600" y="3581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Domeniu</a:t>
            </a:r>
          </a:p>
        </p:txBody>
      </p:sp>
      <p:sp>
        <p:nvSpPr>
          <p:cNvPr id="12" name="">
            <a:extLst xmlns:a="http://schemas.openxmlformats.org/drawingml/2006/main">
              <a:ext uri="{FF2B5EF4-FFF2-40B4-BE49-F238E27FC236}">
                <a16:creationId xmlns:a16="http://schemas.microsoft.com/office/drawing/2014/main" id="{0E353304-55BA-4480-8E9E-26E34156EC19}"/>
              </a:ext>
            </a:extLst>
          </p:cNvPr>
          <p:cNvSpPr>
            <a:spLocks xmlns:a="http://schemas.openxmlformats.org/drawingml/2006/main" noGrp="1"/>
          </p:cNvSpPr>
          <p:nvPr/>
        </p:nvSpPr>
        <p:spPr>
          <a:xfrm xmlns:a="http://schemas.openxmlformats.org/drawingml/2006/main">
            <a:off x="2495550" y="3905250"/>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SPF / DKIM</a:t>
            </a:r>
          </a:p>
        </p:txBody>
      </p:sp>
      <p:sp>
        <p:nvSpPr>
          <p:cNvPr id="13" name="">
            <a:extLst xmlns:a="http://schemas.openxmlformats.org/drawingml/2006/main">
              <a:ext uri="{FF2B5EF4-FFF2-40B4-BE49-F238E27FC236}">
                <a16:creationId xmlns:a16="http://schemas.microsoft.com/office/drawing/2014/main" id="{2F2F9ED6-8B38-4C0B-A804-63F7DEE9978E}"/>
              </a:ext>
            </a:extLst>
          </p:cNvPr>
          <p:cNvSpPr>
            <a:spLocks xmlns:a="http://schemas.openxmlformats.org/drawingml/2006/main" noGrp="1"/>
          </p:cNvSpPr>
          <p:nvPr/>
        </p:nvSpPr>
        <p:spPr>
          <a:xfrm xmlns:a="http://schemas.openxmlformats.org/drawingml/2006/main">
            <a:off x="5734050" y="3638550"/>
            <a:ext cx="45720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14" name="">
            <a:extLst xmlns:a="http://schemas.openxmlformats.org/drawingml/2006/main">
              <a:ext uri="{FF2B5EF4-FFF2-40B4-BE49-F238E27FC236}">
                <a16:creationId xmlns:a16="http://schemas.microsoft.com/office/drawing/2014/main" id="{C0470DCE-1C1C-4436-96B8-DF568F805732}"/>
              </a:ext>
            </a:extLst>
          </p:cNvPr>
          <p:cNvSpPr>
            <a:spLocks xmlns:a="http://schemas.openxmlformats.org/drawingml/2006/main" noGrp="1"/>
          </p:cNvSpPr>
          <p:nvPr/>
        </p:nvSpPr>
        <p:spPr>
          <a:xfrm xmlns:a="http://schemas.openxmlformats.org/drawingml/2006/main">
            <a:off x="4210050" y="3105150"/>
            <a:ext cx="1524000" cy="1123950"/>
          </a:xfrm>
          <a:prstGeom xmlns:a="http://schemas.openxmlformats.org/drawingml/2006/main" prst="roundRect">
            <a:avLst>
              <a:gd name="adj" fmla="val 11864"/>
            </a:avLst>
          </a:prstGeom>
          <a:solidFill xmlns:a="http://schemas.openxmlformats.org/drawingml/2006/main">
            <a:srgbClr val="EDE9FE"/>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9A81521A-CD25-4D85-9C81-22C8F5B333ED}"/>
              </a:ext>
            </a:extLst>
          </p:cNvPr>
          <p:cNvSpPr>
            <a:spLocks xmlns:a="http://schemas.openxmlformats.org/drawingml/2006/main" noGrp="1"/>
          </p:cNvSpPr>
          <p:nvPr/>
        </p:nvSpPr>
        <p:spPr>
          <a:xfrm xmlns:a="http://schemas.openxmlformats.org/drawingml/2006/main">
            <a:off x="4362450" y="3238500"/>
            <a:ext cx="285750" cy="2857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2</a:t>
            </a:r>
          </a:p>
        </p:txBody>
      </p:sp>
      <p:sp>
        <p:nvSpPr>
          <p:cNvPr id="16" name="">
            <a:extLst xmlns:a="http://schemas.openxmlformats.org/drawingml/2006/main">
              <a:ext uri="{FF2B5EF4-FFF2-40B4-BE49-F238E27FC236}">
                <a16:creationId xmlns:a16="http://schemas.microsoft.com/office/drawing/2014/main" id="{974E590E-6EA6-45C8-AE73-FE83BE39D717}"/>
              </a:ext>
            </a:extLst>
          </p:cNvPr>
          <p:cNvSpPr>
            <a:spLocks xmlns:a="http://schemas.openxmlformats.org/drawingml/2006/main" noGrp="1"/>
          </p:cNvSpPr>
          <p:nvPr/>
        </p:nvSpPr>
        <p:spPr>
          <a:xfrm xmlns:a="http://schemas.openxmlformats.org/drawingml/2006/main">
            <a:off x="4400550" y="3581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.env</a:t>
            </a:r>
          </a:p>
        </p:txBody>
      </p:sp>
      <p:sp>
        <p:nvSpPr>
          <p:cNvPr id="17" name="">
            <a:extLst xmlns:a="http://schemas.openxmlformats.org/drawingml/2006/main">
              <a:ext uri="{FF2B5EF4-FFF2-40B4-BE49-F238E27FC236}">
                <a16:creationId xmlns:a16="http://schemas.microsoft.com/office/drawing/2014/main" id="{5E2564EA-72A6-46AB-83FD-F502C5278B5F}"/>
              </a:ext>
            </a:extLst>
          </p:cNvPr>
          <p:cNvSpPr>
            <a:spLocks xmlns:a="http://schemas.openxmlformats.org/drawingml/2006/main" noGrp="1"/>
          </p:cNvSpPr>
          <p:nvPr/>
        </p:nvSpPr>
        <p:spPr>
          <a:xfrm xmlns:a="http://schemas.openxmlformats.org/drawingml/2006/main">
            <a:off x="4381500" y="3905250"/>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cheia ramane secret</a:t>
            </a:r>
          </a:p>
        </p:txBody>
      </p:sp>
      <p:sp>
        <p:nvSpPr>
          <p:cNvPr id="18" name="">
            <a:extLst xmlns:a="http://schemas.openxmlformats.org/drawingml/2006/main">
              <a:ext uri="{FF2B5EF4-FFF2-40B4-BE49-F238E27FC236}">
                <a16:creationId xmlns:a16="http://schemas.microsoft.com/office/drawing/2014/main" id="{6127F97C-C5CE-442A-94BB-798647DEC321}"/>
              </a:ext>
            </a:extLst>
          </p:cNvPr>
          <p:cNvSpPr>
            <a:spLocks xmlns:a="http://schemas.openxmlformats.org/drawingml/2006/main" noGrp="1"/>
          </p:cNvSpPr>
          <p:nvPr/>
        </p:nvSpPr>
        <p:spPr>
          <a:xfrm xmlns:a="http://schemas.openxmlformats.org/drawingml/2006/main">
            <a:off x="7715250" y="3638550"/>
            <a:ext cx="457200" cy="0"/>
          </a:xfrm>
          <a:prstGeom xmlns:a="http://schemas.openxmlformats.org/drawingml/2006/main" prst="line">
            <a:avLst/>
          </a:prstGeom>
          <a:noFill xmlns:a="http://schemas.openxmlformats.org/drawingml/2006/main"/>
          <a:ln xmlns:a="http://schemas.openxmlformats.org/drawingml/2006/main" w="28575">
            <a:solidFill>
              <a:srgbClr val="5B7CF7"/>
            </a:solidFill>
            <a:prstDash val="solid"/>
          </a:ln>
        </p:spPr>
      </p:sp>
      <p:sp>
        <p:nvSpPr>
          <p:cNvPr id="19" name="">
            <a:extLst xmlns:a="http://schemas.openxmlformats.org/drawingml/2006/main">
              <a:ext uri="{FF2B5EF4-FFF2-40B4-BE49-F238E27FC236}">
                <a16:creationId xmlns:a16="http://schemas.microsoft.com/office/drawing/2014/main" id="{E975314E-8F6C-4FF4-9BAA-FB3B5EFB69C3}"/>
              </a:ext>
            </a:extLst>
          </p:cNvPr>
          <p:cNvSpPr>
            <a:spLocks xmlns:a="http://schemas.openxmlformats.org/drawingml/2006/main" noGrp="1"/>
          </p:cNvSpPr>
          <p:nvPr/>
        </p:nvSpPr>
        <p:spPr>
          <a:xfrm xmlns:a="http://schemas.openxmlformats.org/drawingml/2006/main">
            <a:off x="6191250" y="3105150"/>
            <a:ext cx="1524000" cy="1123950"/>
          </a:xfrm>
          <a:prstGeom xmlns:a="http://schemas.openxmlformats.org/drawingml/2006/main" prst="roundRect">
            <a:avLst>
              <a:gd name="adj" fmla="val 11864"/>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272E382A-3394-4618-B594-0673BD97CEFC}"/>
              </a:ext>
            </a:extLst>
          </p:cNvPr>
          <p:cNvSpPr>
            <a:spLocks xmlns:a="http://schemas.openxmlformats.org/drawingml/2006/main" noGrp="1"/>
          </p:cNvSpPr>
          <p:nvPr/>
        </p:nvSpPr>
        <p:spPr>
          <a:xfrm xmlns:a="http://schemas.openxmlformats.org/drawingml/2006/main">
            <a:off x="6343650" y="3238500"/>
            <a:ext cx="285750" cy="2857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3</a:t>
            </a:r>
          </a:p>
        </p:txBody>
      </p:sp>
      <p:sp>
        <p:nvSpPr>
          <p:cNvPr id="21" name="">
            <a:extLst xmlns:a="http://schemas.openxmlformats.org/drawingml/2006/main">
              <a:ext uri="{FF2B5EF4-FFF2-40B4-BE49-F238E27FC236}">
                <a16:creationId xmlns:a16="http://schemas.microsoft.com/office/drawing/2014/main" id="{A94D46F6-E46C-45E4-B1BB-DF413A452237}"/>
              </a:ext>
            </a:extLst>
          </p:cNvPr>
          <p:cNvSpPr>
            <a:spLocks xmlns:a="http://schemas.openxmlformats.org/drawingml/2006/main" noGrp="1"/>
          </p:cNvSpPr>
          <p:nvPr/>
        </p:nvSpPr>
        <p:spPr>
          <a:xfrm xmlns:a="http://schemas.openxmlformats.org/drawingml/2006/main">
            <a:off x="6381750" y="3581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Batch</a:t>
            </a:r>
          </a:p>
        </p:txBody>
      </p:sp>
      <p:sp>
        <p:nvSpPr>
          <p:cNvPr id="22" name="">
            <a:extLst xmlns:a="http://schemas.openxmlformats.org/drawingml/2006/main">
              <a:ext uri="{FF2B5EF4-FFF2-40B4-BE49-F238E27FC236}">
                <a16:creationId xmlns:a16="http://schemas.microsoft.com/office/drawing/2014/main" id="{7BD5BF92-4B41-4EB6-A182-123C032C2A95}"/>
              </a:ext>
            </a:extLst>
          </p:cNvPr>
          <p:cNvSpPr>
            <a:spLocks xmlns:a="http://schemas.openxmlformats.org/drawingml/2006/main" noGrp="1"/>
          </p:cNvSpPr>
          <p:nvPr/>
        </p:nvSpPr>
        <p:spPr>
          <a:xfrm xmlns:a="http://schemas.openxmlformats.org/drawingml/2006/main">
            <a:off x="6362700" y="3905250"/>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100 / zi pe Free</a:t>
            </a:r>
          </a:p>
        </p:txBody>
      </p:sp>
      <p:sp>
        <p:nvSpPr>
          <p:cNvPr id="23" name="">
            <a:extLst xmlns:a="http://schemas.openxmlformats.org/drawingml/2006/main">
              <a:ext uri="{FF2B5EF4-FFF2-40B4-BE49-F238E27FC236}">
                <a16:creationId xmlns:a16="http://schemas.microsoft.com/office/drawing/2014/main" id="{A442ACAC-D65C-4515-87E7-F8199C6B0C34}"/>
              </a:ext>
            </a:extLst>
          </p:cNvPr>
          <p:cNvSpPr>
            <a:spLocks xmlns:a="http://schemas.openxmlformats.org/drawingml/2006/main" noGrp="1"/>
          </p:cNvSpPr>
          <p:nvPr/>
        </p:nvSpPr>
        <p:spPr>
          <a:xfrm xmlns:a="http://schemas.openxmlformats.org/drawingml/2006/main">
            <a:off x="8172450" y="3105150"/>
            <a:ext cx="1524000" cy="1123950"/>
          </a:xfrm>
          <a:prstGeom xmlns:a="http://schemas.openxmlformats.org/drawingml/2006/main" prst="roundRect">
            <a:avLst>
              <a:gd name="adj" fmla="val 11864"/>
            </a:avLst>
          </a:prstGeom>
          <a:solidFill xmlns:a="http://schemas.openxmlformats.org/drawingml/2006/main">
            <a:srgbClr val="DCFCE7"/>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B636975F-0FA3-45C4-8EA5-6ADC62D8BA52}"/>
              </a:ext>
            </a:extLst>
          </p:cNvPr>
          <p:cNvSpPr>
            <a:spLocks xmlns:a="http://schemas.openxmlformats.org/drawingml/2006/main" noGrp="1"/>
          </p:cNvSpPr>
          <p:nvPr/>
        </p:nvSpPr>
        <p:spPr>
          <a:xfrm xmlns:a="http://schemas.openxmlformats.org/drawingml/2006/main">
            <a:off x="8324850" y="3238500"/>
            <a:ext cx="285750" cy="285750"/>
          </a:xfrm>
          <a:prstGeom xmlns:a="http://schemas.openxmlformats.org/drawingml/2006/main" prst="roundRect">
            <a:avLst>
              <a:gd name="adj" fmla="val 50000"/>
            </a:avLst>
          </a:prstGeom>
          <a:solidFill xmlns:a="http://schemas.openxmlformats.org/drawingml/2006/main">
            <a:srgbClr val="2D52D4"/>
          </a:solidFill>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275" b="1" i="0">
                <a:solidFill>
                  <a:srgbClr val="FFFFFF"/>
                </a:solidFill>
                <a:latin typeface="Onest"/>
                <a:ea typeface="Onest"/>
                <a:cs typeface="Onest"/>
              </a:defRPr>
            </a:pPr>
            <a:r>
              <a:rPr sz="1275" b="1" i="0">
                <a:solidFill>
                  <a:srgbClr val="FFFFFF"/>
                </a:solidFill>
                <a:latin typeface="Onest"/>
                <a:ea typeface="Onest"/>
                <a:cs typeface="Onest"/>
              </a:rPr>
              <a:t>4</a:t>
            </a:r>
          </a:p>
        </p:txBody>
      </p:sp>
      <p:sp>
        <p:nvSpPr>
          <p:cNvPr id="25" name="">
            <a:extLst xmlns:a="http://schemas.openxmlformats.org/drawingml/2006/main">
              <a:ext uri="{FF2B5EF4-FFF2-40B4-BE49-F238E27FC236}">
                <a16:creationId xmlns:a16="http://schemas.microsoft.com/office/drawing/2014/main" id="{B6E7F2FD-C283-4F11-BD0C-BD1264082AC5}"/>
              </a:ext>
            </a:extLst>
          </p:cNvPr>
          <p:cNvSpPr>
            <a:spLocks xmlns:a="http://schemas.openxmlformats.org/drawingml/2006/main" noGrp="1"/>
          </p:cNvSpPr>
          <p:nvPr/>
        </p:nvSpPr>
        <p:spPr>
          <a:xfrm xmlns:a="http://schemas.openxmlformats.org/drawingml/2006/main">
            <a:off x="8362950" y="35814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i="0">
                <a:solidFill>
                  <a:srgbClr val="0F172A"/>
                </a:solidFill>
                <a:latin typeface="Onest"/>
                <a:ea typeface="Onest"/>
                <a:cs typeface="Onest"/>
              </a:defRPr>
            </a:pPr>
            <a:r>
              <a:rPr sz="1575" b="1" i="0">
                <a:solidFill>
                  <a:srgbClr val="0F172A"/>
                </a:solidFill>
                <a:latin typeface="Onest"/>
                <a:ea typeface="Onest"/>
                <a:cs typeface="Onest"/>
              </a:rPr>
              <a:t>Evenimente</a:t>
            </a:r>
          </a:p>
        </p:txBody>
      </p:sp>
      <p:sp>
        <p:nvSpPr>
          <p:cNvPr id="26" name="">
            <a:extLst xmlns:a="http://schemas.openxmlformats.org/drawingml/2006/main">
              <a:ext uri="{FF2B5EF4-FFF2-40B4-BE49-F238E27FC236}">
                <a16:creationId xmlns:a16="http://schemas.microsoft.com/office/drawing/2014/main" id="{825B4DC1-5460-4981-91FB-D065241B0C7E}"/>
              </a:ext>
            </a:extLst>
          </p:cNvPr>
          <p:cNvSpPr>
            <a:spLocks xmlns:a="http://schemas.openxmlformats.org/drawingml/2006/main" noGrp="1"/>
          </p:cNvSpPr>
          <p:nvPr/>
        </p:nvSpPr>
        <p:spPr>
          <a:xfrm xmlns:a="http://schemas.openxmlformats.org/drawingml/2006/main">
            <a:off x="8343900" y="3905250"/>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delivered / bounce</a:t>
            </a:r>
          </a:p>
        </p:txBody>
      </p:sp>
      <p:sp>
        <p:nvSpPr>
          <p:cNvPr id="27" name="">
            <a:extLst xmlns:a="http://schemas.openxmlformats.org/drawingml/2006/main">
              <a:ext uri="{FF2B5EF4-FFF2-40B4-BE49-F238E27FC236}">
                <a16:creationId xmlns:a16="http://schemas.microsoft.com/office/drawing/2014/main" id="{99A9CD56-0C9C-4D00-821C-CD2D32B19253}"/>
              </a:ext>
            </a:extLst>
          </p:cNvPr>
          <p:cNvSpPr>
            <a:spLocks xmlns:a="http://schemas.openxmlformats.org/drawingml/2006/main" noGrp="1"/>
          </p:cNvSpPr>
          <p:nvPr/>
        </p:nvSpPr>
        <p:spPr>
          <a:xfrm xmlns:a="http://schemas.openxmlformats.org/drawingml/2006/main">
            <a:off x="3105150" y="5029200"/>
            <a:ext cx="6000750" cy="628650"/>
          </a:xfrm>
          <a:prstGeom xmlns:a="http://schemas.openxmlformats.org/drawingml/2006/main" prst="roundRect">
            <a:avLst>
              <a:gd name="adj" fmla="val 21212"/>
            </a:avLst>
          </a:prstGeom>
          <a:solidFill xmlns:a="http://schemas.openxmlformats.org/drawingml/2006/main">
            <a:srgbClr val="FEF2F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4000"/>
              </a:lnSpc>
              <a:buNone/>
              <a:defRPr sz="1500" b="1">
                <a:solidFill>
                  <a:srgbClr val="B91C1C"/>
                </a:solidFill>
                <a:latin typeface="Onest"/>
                <a:ea typeface="Onest"/>
                <a:cs typeface="Onest"/>
              </a:defRPr>
            </a:pPr>
            <a:r>
              <a:rPr sz="1500" b="1">
                <a:solidFill>
                  <a:srgbClr val="B91C1C"/>
                </a:solidFill>
                <a:latin typeface="Onest"/>
                <a:ea typeface="Onest"/>
                <a:cs typeface="Onest"/>
              </a:rPr>
              <a:t>Stop condition: bounce-uri peste prag sau feedback negativ -&gt; opreste batch-ul si verifica lista.</a:t>
            </a:r>
          </a:p>
        </p:txBody>
      </p:sp>
    </p:spTree>
    <p:extLst>
      <p:ext uri="{BB962C8B-B14F-4D97-AF65-F5344CB8AC3E}">
        <p14:creationId xmlns:p14="http://schemas.microsoft.com/office/powerpoint/2010/main" val="134102499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1E39A971-34DC-498B-BE9E-7ECF78E259E1}"/>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29 / 30</a:t>
            </a:r>
          </a:p>
        </p:txBody>
      </p:sp>
      <p:sp>
        <p:nvSpPr>
          <p:cNvPr id="2" name="">
            <a:extLst xmlns:a="http://schemas.openxmlformats.org/drawingml/2006/main">
              <a:ext uri="{FF2B5EF4-FFF2-40B4-BE49-F238E27FC236}">
                <a16:creationId xmlns:a16="http://schemas.microsoft.com/office/drawing/2014/main" id="{A00B8F9C-C48D-40EA-BA18-090EECF4DF1E}"/>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903FE8-383D-4C63-9675-2FF059AC0B8A}"/>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MONITORIZARE</a:t>
            </a:r>
          </a:p>
        </p:txBody>
      </p:sp>
      <p:sp>
        <p:nvSpPr>
          <p:cNvPr id="4" name="">
            <a:extLst xmlns:a="http://schemas.openxmlformats.org/drawingml/2006/main">
              <a:ext uri="{FF2B5EF4-FFF2-40B4-BE49-F238E27FC236}">
                <a16:creationId xmlns:a16="http://schemas.microsoft.com/office/drawing/2014/main" id="{73BA5F6F-86AA-41FC-9AB3-D63A89AAE3E7}"/>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Workflow-ul devine sigur cand il poti vedea</a:t>
            </a:r>
          </a:p>
        </p:txBody>
      </p:sp>
      <p:sp>
        <p:nvSpPr>
          <p:cNvPr id="5" name="">
            <a:extLst xmlns:a="http://schemas.openxmlformats.org/drawingml/2006/main">
              <a:ext uri="{FF2B5EF4-FFF2-40B4-BE49-F238E27FC236}">
                <a16:creationId xmlns:a16="http://schemas.microsoft.com/office/drawing/2014/main" id="{AFA08EC5-450A-4ECC-B3D7-3E406B77F4BD}"/>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Nu urmaresti doar cate emailuri au plecat. Urmaresti semnalele care spun sa continui sau sa opresti.</a:t>
            </a:r>
          </a:p>
        </p:txBody>
      </p:sp>
      <p:sp>
        <p:nvSpPr>
          <p:cNvPr id="6" name="">
            <a:extLst xmlns:a="http://schemas.openxmlformats.org/drawingml/2006/main">
              <a:ext uri="{FF2B5EF4-FFF2-40B4-BE49-F238E27FC236}">
                <a16:creationId xmlns:a16="http://schemas.microsoft.com/office/drawing/2014/main" id="{F05EF71B-30AA-42FD-924F-7F83846D3211}"/>
              </a:ext>
            </a:extLst>
          </p:cNvPr>
          <p:cNvSpPr>
            <a:spLocks xmlns:a="http://schemas.openxmlformats.org/drawingml/2006/main" noGrp="1"/>
          </p:cNvSpPr>
          <p:nvPr/>
        </p:nvSpPr>
        <p:spPr>
          <a:xfrm xmlns:a="http://schemas.openxmlformats.org/drawingml/2006/main">
            <a:off x="800100" y="2247900"/>
            <a:ext cx="169545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3CA33DB-41CA-4D63-AAE5-D6A05FBB7093}"/>
              </a:ext>
            </a:extLst>
          </p:cNvPr>
          <p:cNvSpPr>
            <a:spLocks xmlns:a="http://schemas.openxmlformats.org/drawingml/2006/main" noGrp="1"/>
          </p:cNvSpPr>
          <p:nvPr/>
        </p:nvSpPr>
        <p:spPr>
          <a:xfrm xmlns:a="http://schemas.openxmlformats.org/drawingml/2006/main">
            <a:off x="971550" y="2381250"/>
            <a:ext cx="135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i="0">
                <a:solidFill>
                  <a:srgbClr val="2D52D4"/>
                </a:solidFill>
                <a:latin typeface="Onest"/>
                <a:ea typeface="Onest"/>
                <a:cs typeface="Onest"/>
              </a:defRPr>
            </a:pPr>
            <a:r>
              <a:rPr sz="2325" b="1" i="0">
                <a:solidFill>
                  <a:srgbClr val="2D52D4"/>
                </a:solidFill>
                <a:latin typeface="Onest"/>
                <a:ea typeface="Onest"/>
                <a:cs typeface="Onest"/>
              </a:rPr>
              <a:t>240</a:t>
            </a:r>
          </a:p>
        </p:txBody>
      </p:sp>
      <p:sp>
        <p:nvSpPr>
          <p:cNvPr id="8" name="">
            <a:extLst xmlns:a="http://schemas.openxmlformats.org/drawingml/2006/main">
              <a:ext uri="{FF2B5EF4-FFF2-40B4-BE49-F238E27FC236}">
                <a16:creationId xmlns:a16="http://schemas.microsoft.com/office/drawing/2014/main" id="{CCF90B63-6819-488C-958A-6CC4BE16C67C}"/>
              </a:ext>
            </a:extLst>
          </p:cNvPr>
          <p:cNvSpPr>
            <a:spLocks xmlns:a="http://schemas.openxmlformats.org/drawingml/2006/main" noGrp="1"/>
          </p:cNvSpPr>
          <p:nvPr/>
        </p:nvSpPr>
        <p:spPr>
          <a:xfrm xmlns:a="http://schemas.openxmlformats.org/drawingml/2006/main">
            <a:off x="971550" y="280035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i="0">
                <a:solidFill>
                  <a:srgbClr val="64748B"/>
                </a:solidFill>
                <a:latin typeface="Onest"/>
                <a:ea typeface="Onest"/>
                <a:cs typeface="Onest"/>
              </a:defRPr>
            </a:pPr>
            <a:r>
              <a:rPr sz="1050" b="1" i="0">
                <a:solidFill>
                  <a:srgbClr val="64748B"/>
                </a:solidFill>
                <a:latin typeface="Onest"/>
                <a:ea typeface="Onest"/>
                <a:cs typeface="Onest"/>
              </a:rPr>
              <a:t>TRIMISE</a:t>
            </a:r>
          </a:p>
        </p:txBody>
      </p:sp>
      <p:sp>
        <p:nvSpPr>
          <p:cNvPr id="9" name="">
            <a:extLst xmlns:a="http://schemas.openxmlformats.org/drawingml/2006/main">
              <a:ext uri="{FF2B5EF4-FFF2-40B4-BE49-F238E27FC236}">
                <a16:creationId xmlns:a16="http://schemas.microsoft.com/office/drawing/2014/main" id="{9FE4D297-9D38-42EF-9064-6F6A57CCF702}"/>
              </a:ext>
            </a:extLst>
          </p:cNvPr>
          <p:cNvSpPr>
            <a:spLocks xmlns:a="http://schemas.openxmlformats.org/drawingml/2006/main" noGrp="1"/>
          </p:cNvSpPr>
          <p:nvPr/>
        </p:nvSpPr>
        <p:spPr>
          <a:xfrm xmlns:a="http://schemas.openxmlformats.org/drawingml/2006/main">
            <a:off x="2667000" y="2247900"/>
            <a:ext cx="169545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765AD23-5F18-4424-BF64-AE0B77D3C179}"/>
              </a:ext>
            </a:extLst>
          </p:cNvPr>
          <p:cNvSpPr>
            <a:spLocks xmlns:a="http://schemas.openxmlformats.org/drawingml/2006/main" noGrp="1"/>
          </p:cNvSpPr>
          <p:nvPr/>
        </p:nvSpPr>
        <p:spPr>
          <a:xfrm xmlns:a="http://schemas.openxmlformats.org/drawingml/2006/main">
            <a:off x="2838450" y="2381250"/>
            <a:ext cx="135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i="0">
                <a:solidFill>
                  <a:srgbClr val="22C55E"/>
                </a:solidFill>
                <a:latin typeface="Onest"/>
                <a:ea typeface="Onest"/>
                <a:cs typeface="Onest"/>
              </a:defRPr>
            </a:pPr>
            <a:r>
              <a:rPr sz="2325" b="1" i="0">
                <a:solidFill>
                  <a:srgbClr val="22C55E"/>
                </a:solidFill>
                <a:latin typeface="Onest"/>
                <a:ea typeface="Onest"/>
                <a:cs typeface="Onest"/>
              </a:rPr>
              <a:t>232</a:t>
            </a:r>
          </a:p>
        </p:txBody>
      </p:sp>
      <p:sp>
        <p:nvSpPr>
          <p:cNvPr id="11" name="">
            <a:extLst xmlns:a="http://schemas.openxmlformats.org/drawingml/2006/main">
              <a:ext uri="{FF2B5EF4-FFF2-40B4-BE49-F238E27FC236}">
                <a16:creationId xmlns:a16="http://schemas.microsoft.com/office/drawing/2014/main" id="{F0D932D3-B19B-409C-B87D-834B8137A85E}"/>
              </a:ext>
            </a:extLst>
          </p:cNvPr>
          <p:cNvSpPr>
            <a:spLocks xmlns:a="http://schemas.openxmlformats.org/drawingml/2006/main" noGrp="1"/>
          </p:cNvSpPr>
          <p:nvPr/>
        </p:nvSpPr>
        <p:spPr>
          <a:xfrm xmlns:a="http://schemas.openxmlformats.org/drawingml/2006/main">
            <a:off x="2838450" y="280035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i="0">
                <a:solidFill>
                  <a:srgbClr val="64748B"/>
                </a:solidFill>
                <a:latin typeface="Onest"/>
                <a:ea typeface="Onest"/>
                <a:cs typeface="Onest"/>
              </a:defRPr>
            </a:pPr>
            <a:r>
              <a:rPr sz="1050" b="1" i="0">
                <a:solidFill>
                  <a:srgbClr val="64748B"/>
                </a:solidFill>
                <a:latin typeface="Onest"/>
                <a:ea typeface="Onest"/>
                <a:cs typeface="Onest"/>
              </a:rPr>
              <a:t>LIVRATE</a:t>
            </a:r>
          </a:p>
        </p:txBody>
      </p:sp>
      <p:sp>
        <p:nvSpPr>
          <p:cNvPr id="12" name="">
            <a:extLst xmlns:a="http://schemas.openxmlformats.org/drawingml/2006/main">
              <a:ext uri="{FF2B5EF4-FFF2-40B4-BE49-F238E27FC236}">
                <a16:creationId xmlns:a16="http://schemas.microsoft.com/office/drawing/2014/main" id="{3386F986-7A62-45CD-BB67-3197D151B261}"/>
              </a:ext>
            </a:extLst>
          </p:cNvPr>
          <p:cNvSpPr>
            <a:spLocks xmlns:a="http://schemas.openxmlformats.org/drawingml/2006/main" noGrp="1"/>
          </p:cNvSpPr>
          <p:nvPr/>
        </p:nvSpPr>
        <p:spPr>
          <a:xfrm xmlns:a="http://schemas.openxmlformats.org/drawingml/2006/main">
            <a:off x="4533900" y="2247900"/>
            <a:ext cx="169545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5254265E-7109-41D4-8346-7BE894091759}"/>
              </a:ext>
            </a:extLst>
          </p:cNvPr>
          <p:cNvSpPr>
            <a:spLocks xmlns:a="http://schemas.openxmlformats.org/drawingml/2006/main" noGrp="1"/>
          </p:cNvSpPr>
          <p:nvPr/>
        </p:nvSpPr>
        <p:spPr>
          <a:xfrm xmlns:a="http://schemas.openxmlformats.org/drawingml/2006/main">
            <a:off x="4705350" y="2381250"/>
            <a:ext cx="135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i="0">
                <a:solidFill>
                  <a:srgbClr val="DC2626"/>
                </a:solidFill>
                <a:latin typeface="Onest"/>
                <a:ea typeface="Onest"/>
                <a:cs typeface="Onest"/>
              </a:defRPr>
            </a:pPr>
            <a:r>
              <a:rPr sz="2325" b="1" i="0">
                <a:solidFill>
                  <a:srgbClr val="DC2626"/>
                </a:solidFill>
                <a:latin typeface="Onest"/>
                <a:ea typeface="Onest"/>
                <a:cs typeface="Onest"/>
              </a:rPr>
              <a:t>3.3%</a:t>
            </a:r>
          </a:p>
        </p:txBody>
      </p:sp>
      <p:sp>
        <p:nvSpPr>
          <p:cNvPr id="14" name="">
            <a:extLst xmlns:a="http://schemas.openxmlformats.org/drawingml/2006/main">
              <a:ext uri="{FF2B5EF4-FFF2-40B4-BE49-F238E27FC236}">
                <a16:creationId xmlns:a16="http://schemas.microsoft.com/office/drawing/2014/main" id="{78CB3621-A199-4D27-922E-E52929352316}"/>
              </a:ext>
            </a:extLst>
          </p:cNvPr>
          <p:cNvSpPr>
            <a:spLocks xmlns:a="http://schemas.openxmlformats.org/drawingml/2006/main" noGrp="1"/>
          </p:cNvSpPr>
          <p:nvPr/>
        </p:nvSpPr>
        <p:spPr>
          <a:xfrm xmlns:a="http://schemas.openxmlformats.org/drawingml/2006/main">
            <a:off x="4705350" y="280035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i="0">
                <a:solidFill>
                  <a:srgbClr val="64748B"/>
                </a:solidFill>
                <a:latin typeface="Onest"/>
                <a:ea typeface="Onest"/>
                <a:cs typeface="Onest"/>
              </a:defRPr>
            </a:pPr>
            <a:r>
              <a:rPr sz="1050" b="1" i="0">
                <a:solidFill>
                  <a:srgbClr val="64748B"/>
                </a:solidFill>
                <a:latin typeface="Onest"/>
                <a:ea typeface="Onest"/>
                <a:cs typeface="Onest"/>
              </a:rPr>
              <a:t>BOUNCE</a:t>
            </a:r>
          </a:p>
        </p:txBody>
      </p:sp>
      <p:sp>
        <p:nvSpPr>
          <p:cNvPr id="15" name="">
            <a:extLst xmlns:a="http://schemas.openxmlformats.org/drawingml/2006/main">
              <a:ext uri="{FF2B5EF4-FFF2-40B4-BE49-F238E27FC236}">
                <a16:creationId xmlns:a16="http://schemas.microsoft.com/office/drawing/2014/main" id="{ACF65E76-0485-414E-A890-E9D7BED64B09}"/>
              </a:ext>
            </a:extLst>
          </p:cNvPr>
          <p:cNvSpPr>
            <a:spLocks xmlns:a="http://schemas.openxmlformats.org/drawingml/2006/main" noGrp="1"/>
          </p:cNvSpPr>
          <p:nvPr/>
        </p:nvSpPr>
        <p:spPr>
          <a:xfrm xmlns:a="http://schemas.openxmlformats.org/drawingml/2006/main">
            <a:off x="6400800" y="2247900"/>
            <a:ext cx="169545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B2724A47-1443-4244-90F5-C8D5A9242E95}"/>
              </a:ext>
            </a:extLst>
          </p:cNvPr>
          <p:cNvSpPr>
            <a:spLocks xmlns:a="http://schemas.openxmlformats.org/drawingml/2006/main" noGrp="1"/>
          </p:cNvSpPr>
          <p:nvPr/>
        </p:nvSpPr>
        <p:spPr>
          <a:xfrm xmlns:a="http://schemas.openxmlformats.org/drawingml/2006/main">
            <a:off x="6572250" y="2381250"/>
            <a:ext cx="135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i="0">
                <a:solidFill>
                  <a:srgbClr val="7C3AED"/>
                </a:solidFill>
                <a:latin typeface="Onest"/>
                <a:ea typeface="Onest"/>
                <a:cs typeface="Onest"/>
              </a:defRPr>
            </a:pPr>
            <a:r>
              <a:rPr sz="2325" b="1" i="0">
                <a:solidFill>
                  <a:srgbClr val="7C3AED"/>
                </a:solidFill>
                <a:latin typeface="Onest"/>
                <a:ea typeface="Onest"/>
                <a:cs typeface="Onest"/>
              </a:rPr>
              <a:t>7</a:t>
            </a:r>
          </a:p>
        </p:txBody>
      </p:sp>
      <p:sp>
        <p:nvSpPr>
          <p:cNvPr id="17" name="">
            <a:extLst xmlns:a="http://schemas.openxmlformats.org/drawingml/2006/main">
              <a:ext uri="{FF2B5EF4-FFF2-40B4-BE49-F238E27FC236}">
                <a16:creationId xmlns:a16="http://schemas.microsoft.com/office/drawing/2014/main" id="{34A03AFD-C3E1-4B9C-8C67-BD3B7D8F50CC}"/>
              </a:ext>
            </a:extLst>
          </p:cNvPr>
          <p:cNvSpPr>
            <a:spLocks xmlns:a="http://schemas.openxmlformats.org/drawingml/2006/main" noGrp="1"/>
          </p:cNvSpPr>
          <p:nvPr/>
        </p:nvSpPr>
        <p:spPr>
          <a:xfrm xmlns:a="http://schemas.openxmlformats.org/drawingml/2006/main">
            <a:off x="6572250" y="280035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i="0">
                <a:solidFill>
                  <a:srgbClr val="64748B"/>
                </a:solidFill>
                <a:latin typeface="Onest"/>
                <a:ea typeface="Onest"/>
                <a:cs typeface="Onest"/>
              </a:defRPr>
            </a:pPr>
            <a:r>
              <a:rPr sz="1050" b="1" i="0">
                <a:solidFill>
                  <a:srgbClr val="64748B"/>
                </a:solidFill>
                <a:latin typeface="Onest"/>
                <a:ea typeface="Onest"/>
                <a:cs typeface="Onest"/>
              </a:rPr>
              <a:t>RASPUNS</a:t>
            </a:r>
          </a:p>
        </p:txBody>
      </p:sp>
      <p:sp>
        <p:nvSpPr>
          <p:cNvPr id="18" name="">
            <a:extLst xmlns:a="http://schemas.openxmlformats.org/drawingml/2006/main">
              <a:ext uri="{FF2B5EF4-FFF2-40B4-BE49-F238E27FC236}">
                <a16:creationId xmlns:a16="http://schemas.microsoft.com/office/drawing/2014/main" id="{1FDCCF86-C70E-4BDD-B305-D9BC19CC8400}"/>
              </a:ext>
            </a:extLst>
          </p:cNvPr>
          <p:cNvSpPr>
            <a:spLocks xmlns:a="http://schemas.openxmlformats.org/drawingml/2006/main" noGrp="1"/>
          </p:cNvSpPr>
          <p:nvPr/>
        </p:nvSpPr>
        <p:spPr>
          <a:xfrm xmlns:a="http://schemas.openxmlformats.org/drawingml/2006/main">
            <a:off x="8267700" y="2247900"/>
            <a:ext cx="1695450" cy="9334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00260519-C614-47AF-8A84-9CEA435AC663}"/>
              </a:ext>
            </a:extLst>
          </p:cNvPr>
          <p:cNvSpPr>
            <a:spLocks xmlns:a="http://schemas.openxmlformats.org/drawingml/2006/main" noGrp="1"/>
          </p:cNvSpPr>
          <p:nvPr/>
        </p:nvSpPr>
        <p:spPr>
          <a:xfrm xmlns:a="http://schemas.openxmlformats.org/drawingml/2006/main">
            <a:off x="8439150" y="2381250"/>
            <a:ext cx="135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i="0">
                <a:solidFill>
                  <a:srgbClr val="F59E0B"/>
                </a:solidFill>
                <a:latin typeface="Onest"/>
                <a:ea typeface="Onest"/>
                <a:cs typeface="Onest"/>
              </a:defRPr>
            </a:pPr>
            <a:r>
              <a:rPr sz="2325" b="1" i="0">
                <a:solidFill>
                  <a:srgbClr val="F59E0B"/>
                </a:solidFill>
                <a:latin typeface="Onest"/>
                <a:ea typeface="Onest"/>
                <a:cs typeface="Onest"/>
              </a:rPr>
              <a:t>2</a:t>
            </a:r>
          </a:p>
        </p:txBody>
      </p:sp>
      <p:sp>
        <p:nvSpPr>
          <p:cNvPr id="20" name="">
            <a:extLst xmlns:a="http://schemas.openxmlformats.org/drawingml/2006/main">
              <a:ext uri="{FF2B5EF4-FFF2-40B4-BE49-F238E27FC236}">
                <a16:creationId xmlns:a16="http://schemas.microsoft.com/office/drawing/2014/main" id="{1379E5F1-7DFA-4F6C-951D-9F18B28F1E32}"/>
              </a:ext>
            </a:extLst>
          </p:cNvPr>
          <p:cNvSpPr>
            <a:spLocks xmlns:a="http://schemas.openxmlformats.org/drawingml/2006/main" noGrp="1"/>
          </p:cNvSpPr>
          <p:nvPr/>
        </p:nvSpPr>
        <p:spPr>
          <a:xfrm xmlns:a="http://schemas.openxmlformats.org/drawingml/2006/main">
            <a:off x="8439150" y="280035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i="0">
                <a:solidFill>
                  <a:srgbClr val="64748B"/>
                </a:solidFill>
                <a:latin typeface="Onest"/>
                <a:ea typeface="Onest"/>
                <a:cs typeface="Onest"/>
              </a:defRPr>
            </a:pPr>
            <a:r>
              <a:rPr sz="1050" b="1" i="0">
                <a:solidFill>
                  <a:srgbClr val="64748B"/>
                </a:solidFill>
                <a:latin typeface="Onest"/>
                <a:ea typeface="Onest"/>
                <a:cs typeface="Onest"/>
              </a:rPr>
              <a:t>OPT-OUT</a:t>
            </a:r>
          </a:p>
        </p:txBody>
      </p:sp>
      <p:sp>
        <p:nvSpPr>
          <p:cNvPr id="21" name="">
            <a:extLst xmlns:a="http://schemas.openxmlformats.org/drawingml/2006/main">
              <a:ext uri="{FF2B5EF4-FFF2-40B4-BE49-F238E27FC236}">
                <a16:creationId xmlns:a16="http://schemas.microsoft.com/office/drawing/2014/main" id="{5B2FA66F-CBC5-4D7B-8906-C18D8BC81967}"/>
              </a:ext>
            </a:extLst>
          </p:cNvPr>
          <p:cNvSpPr>
            <a:spLocks xmlns:a="http://schemas.openxmlformats.org/drawingml/2006/main" noGrp="1"/>
          </p:cNvSpPr>
          <p:nvPr/>
        </p:nvSpPr>
        <p:spPr>
          <a:xfrm xmlns:a="http://schemas.openxmlformats.org/drawingml/2006/main">
            <a:off x="1104900" y="4095750"/>
            <a:ext cx="59055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D7B062F8-B618-4931-A6DF-CB06A1C93E51}"/>
              </a:ext>
            </a:extLst>
          </p:cNvPr>
          <p:cNvSpPr>
            <a:spLocks xmlns:a="http://schemas.openxmlformats.org/drawingml/2006/main" noGrp="1"/>
          </p:cNvSpPr>
          <p:nvPr/>
        </p:nvSpPr>
        <p:spPr>
          <a:xfrm xmlns:a="http://schemas.openxmlformats.org/drawingml/2006/main">
            <a:off x="1104900" y="4495800"/>
            <a:ext cx="59055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BDA387DC-63EE-418A-A30E-6CCC0B0011E0}"/>
              </a:ext>
            </a:extLst>
          </p:cNvPr>
          <p:cNvSpPr>
            <a:spLocks xmlns:a="http://schemas.openxmlformats.org/drawingml/2006/main" noGrp="1"/>
          </p:cNvSpPr>
          <p:nvPr/>
        </p:nvSpPr>
        <p:spPr>
          <a:xfrm xmlns:a="http://schemas.openxmlformats.org/drawingml/2006/main">
            <a:off x="1104900" y="4895850"/>
            <a:ext cx="59055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4BEF17A9-3BE4-4F6B-AAC6-9C46B651D45F}"/>
              </a:ext>
            </a:extLst>
          </p:cNvPr>
          <p:cNvSpPr>
            <a:spLocks xmlns:a="http://schemas.openxmlformats.org/drawingml/2006/main" noGrp="1"/>
          </p:cNvSpPr>
          <p:nvPr/>
        </p:nvSpPr>
        <p:spPr>
          <a:xfrm xmlns:a="http://schemas.openxmlformats.org/drawingml/2006/main">
            <a:off x="1104900" y="5295900"/>
            <a:ext cx="59055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5E260DD3-B8DD-4DED-B8F1-94A01925714C}"/>
              </a:ext>
            </a:extLst>
          </p:cNvPr>
          <p:cNvSpPr>
            <a:spLocks xmlns:a="http://schemas.openxmlformats.org/drawingml/2006/main" noGrp="1"/>
          </p:cNvSpPr>
          <p:nvPr/>
        </p:nvSpPr>
        <p:spPr>
          <a:xfrm xmlns:a="http://schemas.openxmlformats.org/drawingml/2006/main">
            <a:off x="1543050" y="4895850"/>
            <a:ext cx="1562100" cy="361950"/>
          </a:xfrm>
          <a:prstGeom xmlns:a="http://schemas.openxmlformats.org/drawingml/2006/main" prst="line">
            <a:avLst/>
          </a:prstGeom>
          <a:noFill xmlns:a="http://schemas.openxmlformats.org/drawingml/2006/main"/>
          <a:ln xmlns:a="http://schemas.openxmlformats.org/drawingml/2006/main" w="28575">
            <a:solidFill>
              <a:srgbClr val="2D52D4"/>
            </a:solidFill>
            <a:prstDash val="solid"/>
          </a:ln>
        </p:spPr>
      </p:sp>
      <p:sp>
        <p:nvSpPr>
          <p:cNvPr id="26" name="">
            <a:extLst xmlns:a="http://schemas.openxmlformats.org/drawingml/2006/main">
              <a:ext uri="{FF2B5EF4-FFF2-40B4-BE49-F238E27FC236}">
                <a16:creationId xmlns:a16="http://schemas.microsoft.com/office/drawing/2014/main" id="{880B4DAD-0B78-4B5A-B61B-026A4B9F12A0}"/>
              </a:ext>
            </a:extLst>
          </p:cNvPr>
          <p:cNvSpPr>
            <a:spLocks xmlns:a="http://schemas.openxmlformats.org/drawingml/2006/main" noGrp="1"/>
          </p:cNvSpPr>
          <p:nvPr/>
        </p:nvSpPr>
        <p:spPr>
          <a:xfrm xmlns:a="http://schemas.openxmlformats.org/drawingml/2006/main">
            <a:off x="1476375" y="5191125"/>
            <a:ext cx="133350" cy="1333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27" name="">
            <a:extLst xmlns:a="http://schemas.openxmlformats.org/drawingml/2006/main">
              <a:ext uri="{FF2B5EF4-FFF2-40B4-BE49-F238E27FC236}">
                <a16:creationId xmlns:a16="http://schemas.microsoft.com/office/drawing/2014/main" id="{260FDD96-EE7F-4498-87E6-DA17DA83AE40}"/>
              </a:ext>
            </a:extLst>
          </p:cNvPr>
          <p:cNvSpPr>
            <a:spLocks xmlns:a="http://schemas.openxmlformats.org/drawingml/2006/main" noGrp="1"/>
          </p:cNvSpPr>
          <p:nvPr/>
        </p:nvSpPr>
        <p:spPr>
          <a:xfrm xmlns:a="http://schemas.openxmlformats.org/drawingml/2006/main">
            <a:off x="3105150" y="4495800"/>
            <a:ext cx="1562100" cy="400050"/>
          </a:xfrm>
          <a:prstGeom xmlns:a="http://schemas.openxmlformats.org/drawingml/2006/main" prst="line">
            <a:avLst/>
          </a:prstGeom>
          <a:noFill xmlns:a="http://schemas.openxmlformats.org/drawingml/2006/main"/>
          <a:ln xmlns:a="http://schemas.openxmlformats.org/drawingml/2006/main" w="28575">
            <a:solidFill>
              <a:srgbClr val="2D52D4"/>
            </a:solidFill>
            <a:prstDash val="solid"/>
          </a:ln>
        </p:spPr>
      </p:sp>
      <p:sp>
        <p:nvSpPr>
          <p:cNvPr id="28" name="">
            <a:extLst xmlns:a="http://schemas.openxmlformats.org/drawingml/2006/main">
              <a:ext uri="{FF2B5EF4-FFF2-40B4-BE49-F238E27FC236}">
                <a16:creationId xmlns:a16="http://schemas.microsoft.com/office/drawing/2014/main" id="{88578660-04E5-473C-BE0C-1ACC748FFA3A}"/>
              </a:ext>
            </a:extLst>
          </p:cNvPr>
          <p:cNvSpPr>
            <a:spLocks xmlns:a="http://schemas.openxmlformats.org/drawingml/2006/main" noGrp="1"/>
          </p:cNvSpPr>
          <p:nvPr/>
        </p:nvSpPr>
        <p:spPr>
          <a:xfrm xmlns:a="http://schemas.openxmlformats.org/drawingml/2006/main">
            <a:off x="3038475" y="4829175"/>
            <a:ext cx="133350" cy="1333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29" name="">
            <a:extLst xmlns:a="http://schemas.openxmlformats.org/drawingml/2006/main">
              <a:ext uri="{FF2B5EF4-FFF2-40B4-BE49-F238E27FC236}">
                <a16:creationId xmlns:a16="http://schemas.microsoft.com/office/drawing/2014/main" id="{941B18C6-E0C0-47AA-A2A6-35BC7482F08C}"/>
              </a:ext>
            </a:extLst>
          </p:cNvPr>
          <p:cNvSpPr>
            <a:spLocks xmlns:a="http://schemas.openxmlformats.org/drawingml/2006/main" noGrp="1"/>
          </p:cNvSpPr>
          <p:nvPr/>
        </p:nvSpPr>
        <p:spPr>
          <a:xfrm xmlns:a="http://schemas.openxmlformats.org/drawingml/2006/main">
            <a:off x="4667250" y="4095750"/>
            <a:ext cx="1562100" cy="400050"/>
          </a:xfrm>
          <a:prstGeom xmlns:a="http://schemas.openxmlformats.org/drawingml/2006/main" prst="line">
            <a:avLst/>
          </a:prstGeom>
          <a:noFill xmlns:a="http://schemas.openxmlformats.org/drawingml/2006/main"/>
          <a:ln xmlns:a="http://schemas.openxmlformats.org/drawingml/2006/main" w="28575">
            <a:solidFill>
              <a:srgbClr val="2D52D4"/>
            </a:solidFill>
            <a:prstDash val="solid"/>
          </a:ln>
        </p:spPr>
      </p:sp>
      <p:sp>
        <p:nvSpPr>
          <p:cNvPr id="30" name="">
            <a:extLst xmlns:a="http://schemas.openxmlformats.org/drawingml/2006/main">
              <a:ext uri="{FF2B5EF4-FFF2-40B4-BE49-F238E27FC236}">
                <a16:creationId xmlns:a16="http://schemas.microsoft.com/office/drawing/2014/main" id="{59780E3B-FBB9-443A-AC1C-0EB474310D15}"/>
              </a:ext>
            </a:extLst>
          </p:cNvPr>
          <p:cNvSpPr>
            <a:spLocks xmlns:a="http://schemas.openxmlformats.org/drawingml/2006/main" noGrp="1"/>
          </p:cNvSpPr>
          <p:nvPr/>
        </p:nvSpPr>
        <p:spPr>
          <a:xfrm xmlns:a="http://schemas.openxmlformats.org/drawingml/2006/main">
            <a:off x="4600575" y="4429125"/>
            <a:ext cx="133350" cy="1333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31" name="">
            <a:extLst xmlns:a="http://schemas.openxmlformats.org/drawingml/2006/main">
              <a:ext uri="{FF2B5EF4-FFF2-40B4-BE49-F238E27FC236}">
                <a16:creationId xmlns:a16="http://schemas.microsoft.com/office/drawing/2014/main" id="{ED97CB25-4945-41C3-BF95-1C3F81041863}"/>
              </a:ext>
            </a:extLst>
          </p:cNvPr>
          <p:cNvSpPr>
            <a:spLocks xmlns:a="http://schemas.openxmlformats.org/drawingml/2006/main" noGrp="1"/>
          </p:cNvSpPr>
          <p:nvPr/>
        </p:nvSpPr>
        <p:spPr>
          <a:xfrm xmlns:a="http://schemas.openxmlformats.org/drawingml/2006/main">
            <a:off x="6162675" y="4029075"/>
            <a:ext cx="133350" cy="133350"/>
          </a:xfrm>
          <a:prstGeom xmlns:a="http://schemas.openxmlformats.org/drawingml/2006/main" prst="ellipse">
            <a:avLst/>
          </a:prstGeom>
          <a:solidFill xmlns:a="http://schemas.openxmlformats.org/drawingml/2006/main">
            <a:srgbClr val="2D52D4"/>
          </a:solidFill>
          <a:ln xmlns:a="http://schemas.openxmlformats.org/drawingml/2006/main" w="9525">
            <a:solidFill>
              <a:srgbClr val="2D52D4"/>
            </a:solidFill>
            <a:prstDash val="solid"/>
          </a:ln>
        </p:spPr>
      </p:sp>
      <p:sp>
        <p:nvSpPr>
          <p:cNvPr id="32" name="">
            <a:extLst xmlns:a="http://schemas.openxmlformats.org/drawingml/2006/main">
              <a:ext uri="{FF2B5EF4-FFF2-40B4-BE49-F238E27FC236}">
                <a16:creationId xmlns:a16="http://schemas.microsoft.com/office/drawing/2014/main" id="{7099A7BC-8C70-49C2-BE6C-99EEFB1CF8BF}"/>
              </a:ext>
            </a:extLst>
          </p:cNvPr>
          <p:cNvSpPr>
            <a:spLocks xmlns:a="http://schemas.openxmlformats.org/drawingml/2006/main" noGrp="1"/>
          </p:cNvSpPr>
          <p:nvPr/>
        </p:nvSpPr>
        <p:spPr>
          <a:xfrm xmlns:a="http://schemas.openxmlformats.org/drawingml/2006/main">
            <a:off x="1543050" y="5257800"/>
            <a:ext cx="1562100" cy="38100"/>
          </a:xfrm>
          <a:prstGeom xmlns:a="http://schemas.openxmlformats.org/drawingml/2006/main" prst="line">
            <a:avLst/>
          </a:prstGeom>
          <a:noFill xmlns:a="http://schemas.openxmlformats.org/drawingml/2006/main"/>
          <a:ln xmlns:a="http://schemas.openxmlformats.org/drawingml/2006/main" w="28575">
            <a:solidFill>
              <a:srgbClr val="DC2626"/>
            </a:solidFill>
            <a:prstDash val="solid"/>
          </a:ln>
        </p:spPr>
      </p:sp>
      <p:sp>
        <p:nvSpPr>
          <p:cNvPr id="33" name="">
            <a:extLst xmlns:a="http://schemas.openxmlformats.org/drawingml/2006/main">
              <a:ext uri="{FF2B5EF4-FFF2-40B4-BE49-F238E27FC236}">
                <a16:creationId xmlns:a16="http://schemas.microsoft.com/office/drawing/2014/main" id="{17D7FD76-37B7-4540-82BC-FFF17F5CE85D}"/>
              </a:ext>
            </a:extLst>
          </p:cNvPr>
          <p:cNvSpPr>
            <a:spLocks xmlns:a="http://schemas.openxmlformats.org/drawingml/2006/main" noGrp="1"/>
          </p:cNvSpPr>
          <p:nvPr/>
        </p:nvSpPr>
        <p:spPr>
          <a:xfrm xmlns:a="http://schemas.openxmlformats.org/drawingml/2006/main">
            <a:off x="1476375" y="5229225"/>
            <a:ext cx="133350" cy="13335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34" name="">
            <a:extLst xmlns:a="http://schemas.openxmlformats.org/drawingml/2006/main">
              <a:ext uri="{FF2B5EF4-FFF2-40B4-BE49-F238E27FC236}">
                <a16:creationId xmlns:a16="http://schemas.microsoft.com/office/drawing/2014/main" id="{7808411E-B0DE-41A0-BDB5-792B225D401F}"/>
              </a:ext>
            </a:extLst>
          </p:cNvPr>
          <p:cNvSpPr>
            <a:spLocks xmlns:a="http://schemas.openxmlformats.org/drawingml/2006/main" noGrp="1"/>
          </p:cNvSpPr>
          <p:nvPr/>
        </p:nvSpPr>
        <p:spPr>
          <a:xfrm xmlns:a="http://schemas.openxmlformats.org/drawingml/2006/main">
            <a:off x="3105150" y="5181600"/>
            <a:ext cx="1562100" cy="76200"/>
          </a:xfrm>
          <a:prstGeom xmlns:a="http://schemas.openxmlformats.org/drawingml/2006/main" prst="line">
            <a:avLst/>
          </a:prstGeom>
          <a:noFill xmlns:a="http://schemas.openxmlformats.org/drawingml/2006/main"/>
          <a:ln xmlns:a="http://schemas.openxmlformats.org/drawingml/2006/main" w="28575">
            <a:solidFill>
              <a:srgbClr val="DC2626"/>
            </a:solidFill>
            <a:prstDash val="solid"/>
          </a:ln>
        </p:spPr>
      </p:sp>
      <p:sp>
        <p:nvSpPr>
          <p:cNvPr id="35" name="">
            <a:extLst xmlns:a="http://schemas.openxmlformats.org/drawingml/2006/main">
              <a:ext uri="{FF2B5EF4-FFF2-40B4-BE49-F238E27FC236}">
                <a16:creationId xmlns:a16="http://schemas.microsoft.com/office/drawing/2014/main" id="{E1F6889D-6D8E-4C3C-AD30-8BE4BD137808}"/>
              </a:ext>
            </a:extLst>
          </p:cNvPr>
          <p:cNvSpPr>
            <a:spLocks xmlns:a="http://schemas.openxmlformats.org/drawingml/2006/main" noGrp="1"/>
          </p:cNvSpPr>
          <p:nvPr/>
        </p:nvSpPr>
        <p:spPr>
          <a:xfrm xmlns:a="http://schemas.openxmlformats.org/drawingml/2006/main">
            <a:off x="3038475" y="5191125"/>
            <a:ext cx="133350" cy="13335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36" name="">
            <a:extLst xmlns:a="http://schemas.openxmlformats.org/drawingml/2006/main">
              <a:ext uri="{FF2B5EF4-FFF2-40B4-BE49-F238E27FC236}">
                <a16:creationId xmlns:a16="http://schemas.microsoft.com/office/drawing/2014/main" id="{BE07979A-5D1B-4AD7-A69E-4752F408857E}"/>
              </a:ext>
            </a:extLst>
          </p:cNvPr>
          <p:cNvSpPr>
            <a:spLocks xmlns:a="http://schemas.openxmlformats.org/drawingml/2006/main" noGrp="1"/>
          </p:cNvSpPr>
          <p:nvPr/>
        </p:nvSpPr>
        <p:spPr>
          <a:xfrm xmlns:a="http://schemas.openxmlformats.org/drawingml/2006/main">
            <a:off x="4667250" y="5086350"/>
            <a:ext cx="1562100" cy="95250"/>
          </a:xfrm>
          <a:prstGeom xmlns:a="http://schemas.openxmlformats.org/drawingml/2006/main" prst="line">
            <a:avLst/>
          </a:prstGeom>
          <a:noFill xmlns:a="http://schemas.openxmlformats.org/drawingml/2006/main"/>
          <a:ln xmlns:a="http://schemas.openxmlformats.org/drawingml/2006/main" w="28575">
            <a:solidFill>
              <a:srgbClr val="DC2626"/>
            </a:solidFill>
            <a:prstDash val="solid"/>
          </a:ln>
        </p:spPr>
      </p:sp>
      <p:sp>
        <p:nvSpPr>
          <p:cNvPr id="37" name="">
            <a:extLst xmlns:a="http://schemas.openxmlformats.org/drawingml/2006/main">
              <a:ext uri="{FF2B5EF4-FFF2-40B4-BE49-F238E27FC236}">
                <a16:creationId xmlns:a16="http://schemas.microsoft.com/office/drawing/2014/main" id="{FCE8CD23-EC8D-479B-9AB3-86392DA16616}"/>
              </a:ext>
            </a:extLst>
          </p:cNvPr>
          <p:cNvSpPr>
            <a:spLocks xmlns:a="http://schemas.openxmlformats.org/drawingml/2006/main" noGrp="1"/>
          </p:cNvSpPr>
          <p:nvPr/>
        </p:nvSpPr>
        <p:spPr>
          <a:xfrm xmlns:a="http://schemas.openxmlformats.org/drawingml/2006/main">
            <a:off x="4600575" y="5114925"/>
            <a:ext cx="133350" cy="13335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38" name="">
            <a:extLst xmlns:a="http://schemas.openxmlformats.org/drawingml/2006/main">
              <a:ext uri="{FF2B5EF4-FFF2-40B4-BE49-F238E27FC236}">
                <a16:creationId xmlns:a16="http://schemas.microsoft.com/office/drawing/2014/main" id="{203AE661-A3C4-4915-BD51-D614A5E5C44D}"/>
              </a:ext>
            </a:extLst>
          </p:cNvPr>
          <p:cNvSpPr>
            <a:spLocks xmlns:a="http://schemas.openxmlformats.org/drawingml/2006/main" noGrp="1"/>
          </p:cNvSpPr>
          <p:nvPr/>
        </p:nvSpPr>
        <p:spPr>
          <a:xfrm xmlns:a="http://schemas.openxmlformats.org/drawingml/2006/main">
            <a:off x="6162675" y="5019675"/>
            <a:ext cx="133350" cy="13335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39" name="">
            <a:extLst xmlns:a="http://schemas.openxmlformats.org/drawingml/2006/main">
              <a:ext uri="{FF2B5EF4-FFF2-40B4-BE49-F238E27FC236}">
                <a16:creationId xmlns:a16="http://schemas.microsoft.com/office/drawing/2014/main" id="{66FFCE51-CD6D-4C8B-89CC-552EA9FA1225}"/>
              </a:ext>
            </a:extLst>
          </p:cNvPr>
          <p:cNvSpPr>
            <a:spLocks xmlns:a="http://schemas.openxmlformats.org/drawingml/2006/main" noGrp="1"/>
          </p:cNvSpPr>
          <p:nvPr/>
        </p:nvSpPr>
        <p:spPr>
          <a:xfrm xmlns:a="http://schemas.openxmlformats.org/drawingml/2006/main">
            <a:off x="1219200" y="54483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09:30</a:t>
            </a:r>
          </a:p>
        </p:txBody>
      </p:sp>
      <p:sp>
        <p:nvSpPr>
          <p:cNvPr id="40" name="">
            <a:extLst xmlns:a="http://schemas.openxmlformats.org/drawingml/2006/main">
              <a:ext uri="{FF2B5EF4-FFF2-40B4-BE49-F238E27FC236}">
                <a16:creationId xmlns:a16="http://schemas.microsoft.com/office/drawing/2014/main" id="{508F3AEA-5F7C-41E8-A081-A2117A6FDC49}"/>
              </a:ext>
            </a:extLst>
          </p:cNvPr>
          <p:cNvSpPr>
            <a:spLocks xmlns:a="http://schemas.openxmlformats.org/drawingml/2006/main" noGrp="1"/>
          </p:cNvSpPr>
          <p:nvPr/>
        </p:nvSpPr>
        <p:spPr>
          <a:xfrm xmlns:a="http://schemas.openxmlformats.org/drawingml/2006/main">
            <a:off x="2781300" y="54483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11:00</a:t>
            </a:r>
          </a:p>
        </p:txBody>
      </p:sp>
      <p:sp>
        <p:nvSpPr>
          <p:cNvPr id="41" name="">
            <a:extLst xmlns:a="http://schemas.openxmlformats.org/drawingml/2006/main">
              <a:ext uri="{FF2B5EF4-FFF2-40B4-BE49-F238E27FC236}">
                <a16:creationId xmlns:a16="http://schemas.microsoft.com/office/drawing/2014/main" id="{688CCC86-59C2-4F60-A0F3-5C5C0D059566}"/>
              </a:ext>
            </a:extLst>
          </p:cNvPr>
          <p:cNvSpPr>
            <a:spLocks xmlns:a="http://schemas.openxmlformats.org/drawingml/2006/main" noGrp="1"/>
          </p:cNvSpPr>
          <p:nvPr/>
        </p:nvSpPr>
        <p:spPr>
          <a:xfrm xmlns:a="http://schemas.openxmlformats.org/drawingml/2006/main">
            <a:off x="4343400" y="54483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14:30</a:t>
            </a:r>
          </a:p>
        </p:txBody>
      </p:sp>
      <p:sp>
        <p:nvSpPr>
          <p:cNvPr id="42" name="">
            <a:extLst xmlns:a="http://schemas.openxmlformats.org/drawingml/2006/main">
              <a:ext uri="{FF2B5EF4-FFF2-40B4-BE49-F238E27FC236}">
                <a16:creationId xmlns:a16="http://schemas.microsoft.com/office/drawing/2014/main" id="{A798950A-37DB-4DB2-8183-861EB91CC0FF}"/>
              </a:ext>
            </a:extLst>
          </p:cNvPr>
          <p:cNvSpPr>
            <a:spLocks xmlns:a="http://schemas.openxmlformats.org/drawingml/2006/main" noGrp="1"/>
          </p:cNvSpPr>
          <p:nvPr/>
        </p:nvSpPr>
        <p:spPr>
          <a:xfrm xmlns:a="http://schemas.openxmlformats.org/drawingml/2006/main">
            <a:off x="5905500" y="54483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975" b="0" i="0">
                <a:solidFill>
                  <a:srgbClr val="64748B"/>
                </a:solidFill>
                <a:latin typeface="Onest"/>
                <a:ea typeface="Onest"/>
                <a:cs typeface="Onest"/>
              </a:defRPr>
            </a:pPr>
            <a:r>
              <a:rPr sz="975" b="0" i="0">
                <a:solidFill>
                  <a:srgbClr val="64748B"/>
                </a:solidFill>
                <a:latin typeface="Onest"/>
                <a:ea typeface="Onest"/>
                <a:cs typeface="Onest"/>
              </a:rPr>
              <a:t>16:00</a:t>
            </a:r>
          </a:p>
        </p:txBody>
      </p:sp>
      <p:sp>
        <p:nvSpPr>
          <p:cNvPr id="43" name="">
            <a:extLst xmlns:a="http://schemas.openxmlformats.org/drawingml/2006/main">
              <a:ext uri="{FF2B5EF4-FFF2-40B4-BE49-F238E27FC236}">
                <a16:creationId xmlns:a16="http://schemas.microsoft.com/office/drawing/2014/main" id="{44B34518-753F-45C6-A5CC-E4E688E229F8}"/>
              </a:ext>
            </a:extLst>
          </p:cNvPr>
          <p:cNvSpPr>
            <a:spLocks xmlns:a="http://schemas.openxmlformats.org/drawingml/2006/main" noGrp="1"/>
          </p:cNvSpPr>
          <p:nvPr/>
        </p:nvSpPr>
        <p:spPr>
          <a:xfrm xmlns:a="http://schemas.openxmlformats.org/drawingml/2006/main">
            <a:off x="2876550" y="57721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1" i="0">
                <a:solidFill>
                  <a:srgbClr val="2D52D4"/>
                </a:solidFill>
                <a:latin typeface="Onest"/>
                <a:ea typeface="Onest"/>
                <a:cs typeface="Onest"/>
              </a:defRPr>
            </a:pPr>
            <a:r>
              <a:rPr sz="1050" b="1" i="0">
                <a:solidFill>
                  <a:srgbClr val="2D52D4"/>
                </a:solidFill>
                <a:latin typeface="Onest"/>
                <a:ea typeface="Onest"/>
                <a:cs typeface="Onest"/>
              </a:rPr>
              <a:t>trimise</a:t>
            </a:r>
          </a:p>
        </p:txBody>
      </p:sp>
      <p:sp>
        <p:nvSpPr>
          <p:cNvPr id="44" name="">
            <a:extLst xmlns:a="http://schemas.openxmlformats.org/drawingml/2006/main">
              <a:ext uri="{FF2B5EF4-FFF2-40B4-BE49-F238E27FC236}">
                <a16:creationId xmlns:a16="http://schemas.microsoft.com/office/drawing/2014/main" id="{4A662DCE-45C4-47D1-A2C9-9473551D9031}"/>
              </a:ext>
            </a:extLst>
          </p:cNvPr>
          <p:cNvSpPr>
            <a:spLocks xmlns:a="http://schemas.openxmlformats.org/drawingml/2006/main" noGrp="1"/>
          </p:cNvSpPr>
          <p:nvPr/>
        </p:nvSpPr>
        <p:spPr>
          <a:xfrm xmlns:a="http://schemas.openxmlformats.org/drawingml/2006/main">
            <a:off x="4419600" y="57721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050" b="1" i="0">
                <a:solidFill>
                  <a:srgbClr val="DC2626"/>
                </a:solidFill>
                <a:latin typeface="Onest"/>
                <a:ea typeface="Onest"/>
                <a:cs typeface="Onest"/>
              </a:defRPr>
            </a:pPr>
            <a:r>
              <a:rPr sz="1050" b="1" i="0">
                <a:solidFill>
                  <a:srgbClr val="DC2626"/>
                </a:solidFill>
                <a:latin typeface="Onest"/>
                <a:ea typeface="Onest"/>
                <a:cs typeface="Onest"/>
              </a:rPr>
              <a:t>bounce-uri</a:t>
            </a:r>
          </a:p>
        </p:txBody>
      </p:sp>
      <p:sp>
        <p:nvSpPr>
          <p:cNvPr id="45" name="">
            <a:extLst xmlns:a="http://schemas.openxmlformats.org/drawingml/2006/main">
              <a:ext uri="{FF2B5EF4-FFF2-40B4-BE49-F238E27FC236}">
                <a16:creationId xmlns:a16="http://schemas.microsoft.com/office/drawing/2014/main" id="{1835CE20-221F-4CEE-828F-5607A902232D}"/>
              </a:ext>
            </a:extLst>
          </p:cNvPr>
          <p:cNvSpPr>
            <a:spLocks xmlns:a="http://schemas.openxmlformats.org/drawingml/2006/main" noGrp="1"/>
          </p:cNvSpPr>
          <p:nvPr/>
        </p:nvSpPr>
        <p:spPr>
          <a:xfrm xmlns:a="http://schemas.openxmlformats.org/drawingml/2006/main">
            <a:off x="7981950" y="3695700"/>
            <a:ext cx="2952750" cy="1981200"/>
          </a:xfrm>
          <a:prstGeom xmlns:a="http://schemas.openxmlformats.org/drawingml/2006/main" prst="roundRect">
            <a:avLst>
              <a:gd name="adj" fmla="val 7692"/>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6" name="">
            <a:extLst xmlns:a="http://schemas.openxmlformats.org/drawingml/2006/main">
              <a:ext uri="{FF2B5EF4-FFF2-40B4-BE49-F238E27FC236}">
                <a16:creationId xmlns:a16="http://schemas.microsoft.com/office/drawing/2014/main" id="{193F473C-E933-4440-814B-4137786C3ACB}"/>
              </a:ext>
            </a:extLst>
          </p:cNvPr>
          <p:cNvSpPr>
            <a:spLocks xmlns:a="http://schemas.openxmlformats.org/drawingml/2006/main" noGrp="1"/>
          </p:cNvSpPr>
          <p:nvPr/>
        </p:nvSpPr>
        <p:spPr>
          <a:xfrm xmlns:a="http://schemas.openxmlformats.org/drawingml/2006/main">
            <a:off x="8286750" y="3924300"/>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00" b="1" i="0">
                <a:solidFill>
                  <a:srgbClr val="2D52D4"/>
                </a:solidFill>
                <a:latin typeface="Onest"/>
                <a:ea typeface="Onest"/>
                <a:cs typeface="Onest"/>
              </a:defRPr>
            </a:pPr>
            <a:r>
              <a:rPr sz="1500" b="1" i="0">
                <a:solidFill>
                  <a:srgbClr val="2D52D4"/>
                </a:solidFill>
                <a:latin typeface="Onest"/>
                <a:ea typeface="Onest"/>
                <a:cs typeface="Onest"/>
              </a:rPr>
              <a:t>Regula de operare</a:t>
            </a:r>
          </a:p>
        </p:txBody>
      </p:sp>
      <p:sp>
        <p:nvSpPr>
          <p:cNvPr id="47" name="">
            <a:extLst xmlns:a="http://schemas.openxmlformats.org/drawingml/2006/main">
              <a:ext uri="{FF2B5EF4-FFF2-40B4-BE49-F238E27FC236}">
                <a16:creationId xmlns:a16="http://schemas.microsoft.com/office/drawing/2014/main" id="{E2608D67-FA6C-47D1-806D-AE8B7FB2ECC7}"/>
              </a:ext>
            </a:extLst>
          </p:cNvPr>
          <p:cNvSpPr>
            <a:spLocks xmlns:a="http://schemas.openxmlformats.org/drawingml/2006/main" noGrp="1"/>
          </p:cNvSpPr>
          <p:nvPr/>
        </p:nvSpPr>
        <p:spPr>
          <a:xfrm xmlns:a="http://schemas.openxmlformats.org/drawingml/2006/main">
            <a:off x="8267700" y="4343400"/>
            <a:ext cx="24003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275" b="1" i="0">
                <a:solidFill>
                  <a:srgbClr val="0F172A"/>
                </a:solidFill>
                <a:latin typeface="Onest"/>
                <a:ea typeface="Onest"/>
                <a:cs typeface="Onest"/>
              </a:defRPr>
            </a:pPr>
            <a:r>
              <a:rPr sz="1275" b="1" i="0">
                <a:solidFill>
                  <a:srgbClr val="0F172A"/>
                </a:solidFill>
                <a:latin typeface="Onest"/>
                <a:ea typeface="Onest"/>
                <a:cs typeface="Onest"/>
              </a:rPr>
              <a:t>Daca rata de bounce trece pragul stabilit, agentul nu accelereaza. Se opreste si marcheaza lista pentru review.</a:t>
            </a:r>
          </a:p>
        </p:txBody>
      </p:sp>
    </p:spTree>
    <p:extLst>
      <p:ext uri="{BB962C8B-B14F-4D97-AF65-F5344CB8AC3E}">
        <p14:creationId xmlns:p14="http://schemas.microsoft.com/office/powerpoint/2010/main" val="20184302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33A713-117E-48C2-BEE1-5713F92BF57C}"/>
              </a:ext>
            </a:extLst>
          </p:cNvPr>
          <p:cNvSpPr>
            <a:spLocks xmlns:a="http://schemas.openxmlformats.org/drawingml/2006/main" noGrp="1"/>
          </p:cNvSpPr>
          <p:nvPr/>
        </p:nvSpPr>
        <p:spPr>
          <a:xfrm xmlns:a="http://schemas.openxmlformats.org/drawingml/2006/main">
            <a:off x="110680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4748B"/>
                </a:solidFill>
                <a:latin typeface="Onest"/>
                <a:ea typeface="Onest"/>
                <a:cs typeface="Onest"/>
              </a:defRPr>
            </a:pPr>
            <a:r>
              <a:rPr sz="1050" b="0" i="0">
                <a:solidFill>
                  <a:srgbClr val="64748B"/>
                </a:solidFill>
                <a:latin typeface="Onest"/>
                <a:ea typeface="Onest"/>
                <a:cs typeface="Onest"/>
              </a:rPr>
              <a:t>30 / 30</a:t>
            </a:r>
          </a:p>
        </p:txBody>
      </p:sp>
      <p:sp>
        <p:nvSpPr>
          <p:cNvPr id="2" name="">
            <a:extLst xmlns:a="http://schemas.openxmlformats.org/drawingml/2006/main">
              <a:ext uri="{FF2B5EF4-FFF2-40B4-BE49-F238E27FC236}">
                <a16:creationId xmlns:a16="http://schemas.microsoft.com/office/drawing/2014/main" id="{79002DC1-FDF1-41A0-BDA7-F06689ABBC13}"/>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gradFill xmlns:a="http://schemas.openxmlformats.org/drawingml/2006/main">
            <a:gsLst>
              <a:gs pos="0">
                <a:srgbClr val="2D52D4"/>
              </a:gs>
              <a:gs pos="100000">
                <a:srgbClr val="7C3AED"/>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9B3D930-F3A1-4CB7-8CFF-1DB361BA9598}"/>
              </a:ext>
            </a:extLst>
          </p:cNvPr>
          <p:cNvSpPr>
            <a:spLocks xmlns:a="http://schemas.openxmlformats.org/drawingml/2006/main" noGrp="1"/>
          </p:cNvSpPr>
          <p:nvPr/>
        </p:nvSpPr>
        <p:spPr>
          <a:xfrm xmlns:a="http://schemas.openxmlformats.org/drawingml/2006/main">
            <a:off x="647700" y="533400"/>
            <a:ext cx="1200150" cy="3048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76200" tIns="0" rIns="76200" bIns="0" anchor="ctr"/>
          <a:lstStyle xmlns:a="http://schemas.openxmlformats.org/drawingml/2006/main"/>
          <a:p xmlns:a="http://schemas.openxmlformats.org/drawingml/2006/main">
            <a:pPr algn="ctr">
              <a:lnSpc>
                <a:spcPct val="105000"/>
              </a:lnSpc>
              <a:buNone/>
              <a:defRPr sz="900" b="1">
                <a:solidFill>
                  <a:srgbClr val="2D52D4"/>
                </a:solidFill>
                <a:latin typeface="Onest"/>
                <a:ea typeface="Onest"/>
                <a:cs typeface="Onest"/>
              </a:defRPr>
            </a:pPr>
            <a:r>
              <a:rPr sz="900" b="1">
                <a:solidFill>
                  <a:srgbClr val="2D52D4"/>
                </a:solidFill>
                <a:latin typeface="Onest"/>
                <a:ea typeface="Onest"/>
                <a:cs typeface="Onest"/>
              </a:rPr>
              <a:t>RECAP</a:t>
            </a:r>
          </a:p>
        </p:txBody>
      </p:sp>
      <p:sp>
        <p:nvSpPr>
          <p:cNvPr id="4" name="">
            <a:extLst xmlns:a="http://schemas.openxmlformats.org/drawingml/2006/main">
              <a:ext uri="{FF2B5EF4-FFF2-40B4-BE49-F238E27FC236}">
                <a16:creationId xmlns:a16="http://schemas.microsoft.com/office/drawing/2014/main" id="{FB22DBCB-C7C4-4461-B822-0415C79653F5}"/>
              </a:ext>
            </a:extLst>
          </p:cNvPr>
          <p:cNvSpPr>
            <a:spLocks xmlns:a="http://schemas.openxmlformats.org/drawingml/2006/main" noGrp="1"/>
          </p:cNvSpPr>
          <p:nvPr/>
        </p:nvSpPr>
        <p:spPr>
          <a:xfrm xmlns:a="http://schemas.openxmlformats.org/drawingml/2006/main">
            <a:off x="647700" y="10287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450" b="1" i="0">
                <a:solidFill>
                  <a:srgbClr val="0F172A"/>
                </a:solidFill>
                <a:latin typeface="Onest"/>
                <a:ea typeface="Onest"/>
                <a:cs typeface="Onest"/>
              </a:defRPr>
            </a:pPr>
            <a:r>
              <a:rPr sz="3450" b="1" i="0">
                <a:solidFill>
                  <a:srgbClr val="0F172A"/>
                </a:solidFill>
                <a:latin typeface="Onest"/>
                <a:ea typeface="Onest"/>
                <a:cs typeface="Onest"/>
              </a:rPr>
              <a:t>Formula agentului util este simpla</a:t>
            </a:r>
          </a:p>
        </p:txBody>
      </p:sp>
      <p:sp>
        <p:nvSpPr>
          <p:cNvPr id="5" name="">
            <a:extLst xmlns:a="http://schemas.openxmlformats.org/drawingml/2006/main">
              <a:ext uri="{FF2B5EF4-FFF2-40B4-BE49-F238E27FC236}">
                <a16:creationId xmlns:a16="http://schemas.microsoft.com/office/drawing/2014/main" id="{E3CF5D3A-57B9-4EFE-B3CB-2B4C86B6EA5C}"/>
              </a:ext>
            </a:extLst>
          </p:cNvPr>
          <p:cNvSpPr>
            <a:spLocks xmlns:a="http://schemas.openxmlformats.org/drawingml/2006/main" noGrp="1"/>
          </p:cNvSpPr>
          <p:nvPr/>
        </p:nvSpPr>
        <p:spPr>
          <a:xfrm xmlns:a="http://schemas.openxmlformats.org/drawingml/2006/main">
            <a:off x="647700" y="1790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i="0">
                <a:solidFill>
                  <a:srgbClr val="64748B"/>
                </a:solidFill>
                <a:latin typeface="Onest"/>
                <a:ea typeface="Onest"/>
                <a:cs typeface="Onest"/>
              </a:defRPr>
            </a:pPr>
            <a:r>
              <a:rPr sz="1575" b="0" i="0">
                <a:solidFill>
                  <a:srgbClr val="64748B"/>
                </a:solidFill>
                <a:latin typeface="Onest"/>
                <a:ea typeface="Onest"/>
                <a:cs typeface="Onest"/>
              </a:rPr>
              <a:t>Daca poti completa foaia, poti construi agentul. Daca nu, mai intai clarifici businessul.</a:t>
            </a:r>
          </a:p>
        </p:txBody>
      </p:sp>
      <p:sp>
        <p:nvSpPr>
          <p:cNvPr id="6" name="">
            <a:extLst xmlns:a="http://schemas.openxmlformats.org/drawingml/2006/main">
              <a:ext uri="{FF2B5EF4-FFF2-40B4-BE49-F238E27FC236}">
                <a16:creationId xmlns:a16="http://schemas.microsoft.com/office/drawing/2014/main" id="{F5750670-16FD-4845-BC91-7A5E4CA3557B}"/>
              </a:ext>
            </a:extLst>
          </p:cNvPr>
          <p:cNvSpPr>
            <a:spLocks xmlns:a="http://schemas.openxmlformats.org/drawingml/2006/main" noGrp="1"/>
          </p:cNvSpPr>
          <p:nvPr/>
        </p:nvSpPr>
        <p:spPr>
          <a:xfrm xmlns:a="http://schemas.openxmlformats.org/drawingml/2006/main">
            <a:off x="647700" y="3028950"/>
            <a:ext cx="1428750" cy="838200"/>
          </a:xfrm>
          <a:prstGeom xmlns:a="http://schemas.openxmlformats.org/drawingml/2006/main" prst="roundRect">
            <a:avLst>
              <a:gd name="adj" fmla="val 18182"/>
            </a:avLst>
          </a:prstGeom>
          <a:solidFill xmlns:a="http://schemas.openxmlformats.org/drawingml/2006/main">
            <a:srgbClr val="E0F2FE"/>
          </a:solidFill>
          <a:ln xmlns:a="http://schemas.openxmlformats.org/drawingml/2006/main" w="9525">
            <a:solidFill>
              <a:srgbClr val="BAE6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0F172A"/>
                </a:solidFill>
                <a:latin typeface="Onest"/>
                <a:ea typeface="Onest"/>
                <a:cs typeface="Onest"/>
              </a:defRPr>
            </a:pPr>
            <a:r>
              <a:rPr sz="1575" b="1">
                <a:solidFill>
                  <a:srgbClr val="0F172A"/>
                </a:solidFill>
                <a:latin typeface="Onest"/>
                <a:ea typeface="Onest"/>
                <a:cs typeface="Onest"/>
              </a:rPr>
              <a:t>De ce</a:t>
            </a:r>
          </a:p>
        </p:txBody>
      </p:sp>
      <p:sp>
        <p:nvSpPr>
          <p:cNvPr id="7" name="">
            <a:extLst xmlns:a="http://schemas.openxmlformats.org/drawingml/2006/main">
              <a:ext uri="{FF2B5EF4-FFF2-40B4-BE49-F238E27FC236}">
                <a16:creationId xmlns:a16="http://schemas.microsoft.com/office/drawing/2014/main" id="{7CDCA432-FAF2-445F-ABAC-B7CD22870052}"/>
              </a:ext>
            </a:extLst>
          </p:cNvPr>
          <p:cNvSpPr>
            <a:spLocks xmlns:a="http://schemas.openxmlformats.org/drawingml/2006/main" noGrp="1"/>
          </p:cNvSpPr>
          <p:nvPr/>
        </p:nvSpPr>
        <p:spPr>
          <a:xfrm xmlns:a="http://schemas.openxmlformats.org/drawingml/2006/main">
            <a:off x="2152650" y="3257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250" b="1" i="0">
                <a:solidFill>
                  <a:srgbClr val="2D52D4"/>
                </a:solidFill>
                <a:latin typeface="Onest"/>
                <a:ea typeface="Onest"/>
                <a:cs typeface="Onest"/>
              </a:defRPr>
            </a:pPr>
            <a:r>
              <a:rPr sz="2250" b="1" i="0">
                <a:solidFill>
                  <a:srgbClr val="2D52D4"/>
                </a:solidFill>
                <a:latin typeface="Onest"/>
                <a:ea typeface="Onest"/>
                <a:cs typeface="Onest"/>
              </a:rPr>
              <a:t>+</a:t>
            </a:r>
          </a:p>
        </p:txBody>
      </p:sp>
      <p:sp>
        <p:nvSpPr>
          <p:cNvPr id="8" name="">
            <a:extLst xmlns:a="http://schemas.openxmlformats.org/drawingml/2006/main">
              <a:ext uri="{FF2B5EF4-FFF2-40B4-BE49-F238E27FC236}">
                <a16:creationId xmlns:a16="http://schemas.microsoft.com/office/drawing/2014/main" id="{7AD0F9A5-1C10-4272-AB4D-C06503EF4844}"/>
              </a:ext>
            </a:extLst>
          </p:cNvPr>
          <p:cNvSpPr>
            <a:spLocks xmlns:a="http://schemas.openxmlformats.org/drawingml/2006/main" noGrp="1"/>
          </p:cNvSpPr>
          <p:nvPr/>
        </p:nvSpPr>
        <p:spPr>
          <a:xfrm xmlns:a="http://schemas.openxmlformats.org/drawingml/2006/main">
            <a:off x="2457450" y="3028950"/>
            <a:ext cx="1428750" cy="838200"/>
          </a:xfrm>
          <a:prstGeom xmlns:a="http://schemas.openxmlformats.org/drawingml/2006/main" prst="roundRect">
            <a:avLst>
              <a:gd name="adj" fmla="val 18182"/>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0F172A"/>
                </a:solidFill>
                <a:latin typeface="Onest"/>
                <a:ea typeface="Onest"/>
                <a:cs typeface="Onest"/>
              </a:defRPr>
            </a:pPr>
            <a:r>
              <a:rPr sz="1575" b="1">
                <a:solidFill>
                  <a:srgbClr val="0F172A"/>
                </a:solidFill>
                <a:latin typeface="Onest"/>
                <a:ea typeface="Onest"/>
                <a:cs typeface="Onest"/>
              </a:rPr>
              <a:t>Date</a:t>
            </a:r>
          </a:p>
        </p:txBody>
      </p:sp>
      <p:sp>
        <p:nvSpPr>
          <p:cNvPr id="9" name="">
            <a:extLst xmlns:a="http://schemas.openxmlformats.org/drawingml/2006/main">
              <a:ext uri="{FF2B5EF4-FFF2-40B4-BE49-F238E27FC236}">
                <a16:creationId xmlns:a16="http://schemas.microsoft.com/office/drawing/2014/main" id="{96A2FF96-FCB4-4A55-9095-990F30C87476}"/>
              </a:ext>
            </a:extLst>
          </p:cNvPr>
          <p:cNvSpPr>
            <a:spLocks xmlns:a="http://schemas.openxmlformats.org/drawingml/2006/main" noGrp="1"/>
          </p:cNvSpPr>
          <p:nvPr/>
        </p:nvSpPr>
        <p:spPr>
          <a:xfrm xmlns:a="http://schemas.openxmlformats.org/drawingml/2006/main">
            <a:off x="3962400" y="3257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250" b="1" i="0">
                <a:solidFill>
                  <a:srgbClr val="2D52D4"/>
                </a:solidFill>
                <a:latin typeface="Onest"/>
                <a:ea typeface="Onest"/>
                <a:cs typeface="Onest"/>
              </a:defRPr>
            </a:pPr>
            <a:r>
              <a:rPr sz="2250" b="1" i="0">
                <a:solidFill>
                  <a:srgbClr val="2D52D4"/>
                </a:solidFill>
                <a:latin typeface="Onest"/>
                <a:ea typeface="Onest"/>
                <a:cs typeface="Onest"/>
              </a:rPr>
              <a:t>+</a:t>
            </a:r>
          </a:p>
        </p:txBody>
      </p:sp>
      <p:sp>
        <p:nvSpPr>
          <p:cNvPr id="10" name="">
            <a:extLst xmlns:a="http://schemas.openxmlformats.org/drawingml/2006/main">
              <a:ext uri="{FF2B5EF4-FFF2-40B4-BE49-F238E27FC236}">
                <a16:creationId xmlns:a16="http://schemas.microsoft.com/office/drawing/2014/main" id="{084DEF82-B584-47C3-894D-826A0560289D}"/>
              </a:ext>
            </a:extLst>
          </p:cNvPr>
          <p:cNvSpPr>
            <a:spLocks xmlns:a="http://schemas.openxmlformats.org/drawingml/2006/main" noGrp="1"/>
          </p:cNvSpPr>
          <p:nvPr/>
        </p:nvSpPr>
        <p:spPr>
          <a:xfrm xmlns:a="http://schemas.openxmlformats.org/drawingml/2006/main">
            <a:off x="4267200" y="3028950"/>
            <a:ext cx="1428750" cy="83820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0F172A"/>
                </a:solidFill>
                <a:latin typeface="Onest"/>
                <a:ea typeface="Onest"/>
                <a:cs typeface="Onest"/>
              </a:defRPr>
            </a:pPr>
            <a:r>
              <a:rPr sz="1575" b="1">
                <a:solidFill>
                  <a:srgbClr val="0F172A"/>
                </a:solidFill>
                <a:latin typeface="Onest"/>
                <a:ea typeface="Onest"/>
                <a:cs typeface="Onest"/>
              </a:rPr>
              <a:t>Tool-uri</a:t>
            </a:r>
          </a:p>
        </p:txBody>
      </p:sp>
      <p:sp>
        <p:nvSpPr>
          <p:cNvPr id="11" name="">
            <a:extLst xmlns:a="http://schemas.openxmlformats.org/drawingml/2006/main">
              <a:ext uri="{FF2B5EF4-FFF2-40B4-BE49-F238E27FC236}">
                <a16:creationId xmlns:a16="http://schemas.microsoft.com/office/drawing/2014/main" id="{D8EBEA52-1F47-4E87-A023-6577A027698B}"/>
              </a:ext>
            </a:extLst>
          </p:cNvPr>
          <p:cNvSpPr>
            <a:spLocks xmlns:a="http://schemas.openxmlformats.org/drawingml/2006/main" noGrp="1"/>
          </p:cNvSpPr>
          <p:nvPr/>
        </p:nvSpPr>
        <p:spPr>
          <a:xfrm xmlns:a="http://schemas.openxmlformats.org/drawingml/2006/main">
            <a:off x="5772150" y="3257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250" b="1" i="0">
                <a:solidFill>
                  <a:srgbClr val="2D52D4"/>
                </a:solidFill>
                <a:latin typeface="Onest"/>
                <a:ea typeface="Onest"/>
                <a:cs typeface="Onest"/>
              </a:defRPr>
            </a:pPr>
            <a:r>
              <a:rPr sz="2250" b="1" i="0">
                <a:solidFill>
                  <a:srgbClr val="2D52D4"/>
                </a:solidFill>
                <a:latin typeface="Onest"/>
                <a:ea typeface="Onest"/>
                <a:cs typeface="Onest"/>
              </a:rPr>
              <a:t>+</a:t>
            </a:r>
          </a:p>
        </p:txBody>
      </p:sp>
      <p:sp>
        <p:nvSpPr>
          <p:cNvPr id="12" name="">
            <a:extLst xmlns:a="http://schemas.openxmlformats.org/drawingml/2006/main">
              <a:ext uri="{FF2B5EF4-FFF2-40B4-BE49-F238E27FC236}">
                <a16:creationId xmlns:a16="http://schemas.microsoft.com/office/drawing/2014/main" id="{83AACE9A-4713-4587-9C9D-0E351A2676B6}"/>
              </a:ext>
            </a:extLst>
          </p:cNvPr>
          <p:cNvSpPr>
            <a:spLocks xmlns:a="http://schemas.openxmlformats.org/drawingml/2006/main" noGrp="1"/>
          </p:cNvSpPr>
          <p:nvPr/>
        </p:nvSpPr>
        <p:spPr>
          <a:xfrm xmlns:a="http://schemas.openxmlformats.org/drawingml/2006/main">
            <a:off x="6076950" y="3028950"/>
            <a:ext cx="1428750" cy="838200"/>
          </a:xfrm>
          <a:prstGeom xmlns:a="http://schemas.openxmlformats.org/drawingml/2006/main" prst="roundRect">
            <a:avLst>
              <a:gd name="adj" fmla="val 18182"/>
            </a:avLst>
          </a:prstGeom>
          <a:solidFill xmlns:a="http://schemas.openxmlformats.org/drawingml/2006/main">
            <a:srgbClr val="FFEDD5"/>
          </a:solidFill>
          <a:ln xmlns:a="http://schemas.openxmlformats.org/drawingml/2006/main" w="9525">
            <a:solidFill>
              <a:srgbClr val="FED7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350" b="1">
                <a:solidFill>
                  <a:srgbClr val="0F172A"/>
                </a:solidFill>
                <a:latin typeface="Onest"/>
                <a:ea typeface="Onest"/>
                <a:cs typeface="Onest"/>
              </a:defRPr>
            </a:pPr>
            <a:r>
              <a:rPr sz="1350" b="1">
                <a:solidFill>
                  <a:srgbClr val="0F172A"/>
                </a:solidFill>
                <a:latin typeface="Onest"/>
                <a:ea typeface="Onest"/>
                <a:cs typeface="Onest"/>
              </a:rPr>
              <a:t>Orchestrare</a:t>
            </a:r>
          </a:p>
        </p:txBody>
      </p:sp>
      <p:sp>
        <p:nvSpPr>
          <p:cNvPr id="13" name="">
            <a:extLst xmlns:a="http://schemas.openxmlformats.org/drawingml/2006/main">
              <a:ext uri="{FF2B5EF4-FFF2-40B4-BE49-F238E27FC236}">
                <a16:creationId xmlns:a16="http://schemas.microsoft.com/office/drawing/2014/main" id="{F7E5087E-3817-47FE-9C34-20A8506A3449}"/>
              </a:ext>
            </a:extLst>
          </p:cNvPr>
          <p:cNvSpPr>
            <a:spLocks xmlns:a="http://schemas.openxmlformats.org/drawingml/2006/main" noGrp="1"/>
          </p:cNvSpPr>
          <p:nvPr/>
        </p:nvSpPr>
        <p:spPr>
          <a:xfrm xmlns:a="http://schemas.openxmlformats.org/drawingml/2006/main">
            <a:off x="7581900" y="3257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250" b="1" i="0">
                <a:solidFill>
                  <a:srgbClr val="2D52D4"/>
                </a:solidFill>
                <a:latin typeface="Onest"/>
                <a:ea typeface="Onest"/>
                <a:cs typeface="Onest"/>
              </a:defRPr>
            </a:pPr>
            <a:r>
              <a:rPr sz="2250" b="1" i="0">
                <a:solidFill>
                  <a:srgbClr val="2D52D4"/>
                </a:solidFill>
                <a:latin typeface="Onest"/>
                <a:ea typeface="Onest"/>
                <a:cs typeface="Onest"/>
              </a:rPr>
              <a:t>+</a:t>
            </a:r>
          </a:p>
        </p:txBody>
      </p:sp>
      <p:sp>
        <p:nvSpPr>
          <p:cNvPr id="14" name="">
            <a:extLst xmlns:a="http://schemas.openxmlformats.org/drawingml/2006/main">
              <a:ext uri="{FF2B5EF4-FFF2-40B4-BE49-F238E27FC236}">
                <a16:creationId xmlns:a16="http://schemas.microsoft.com/office/drawing/2014/main" id="{D29DF780-13A0-4FB0-A0C1-0B170ADABD2A}"/>
              </a:ext>
            </a:extLst>
          </p:cNvPr>
          <p:cNvSpPr>
            <a:spLocks xmlns:a="http://schemas.openxmlformats.org/drawingml/2006/main" noGrp="1"/>
          </p:cNvSpPr>
          <p:nvPr/>
        </p:nvSpPr>
        <p:spPr>
          <a:xfrm xmlns:a="http://schemas.openxmlformats.org/drawingml/2006/main">
            <a:off x="7886700" y="3028950"/>
            <a:ext cx="1428750" cy="838200"/>
          </a:xfrm>
          <a:prstGeom xmlns:a="http://schemas.openxmlformats.org/drawingml/2006/main" prst="roundRect">
            <a:avLst>
              <a:gd name="adj" fmla="val 18182"/>
            </a:avLst>
          </a:prstGeom>
          <a:solidFill xmlns:a="http://schemas.openxmlformats.org/drawingml/2006/main">
            <a:srgbClr val="FCE7F3"/>
          </a:solidFill>
          <a:ln xmlns:a="http://schemas.openxmlformats.org/drawingml/2006/main" w="9525">
            <a:solidFill>
              <a:srgbClr val="FBCF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0F172A"/>
                </a:solidFill>
                <a:latin typeface="Onest"/>
                <a:ea typeface="Onest"/>
                <a:cs typeface="Onest"/>
              </a:defRPr>
            </a:pPr>
            <a:r>
              <a:rPr sz="1575" b="1">
                <a:solidFill>
                  <a:srgbClr val="0F172A"/>
                </a:solidFill>
                <a:latin typeface="Onest"/>
                <a:ea typeface="Onest"/>
                <a:cs typeface="Onest"/>
              </a:rPr>
              <a:t>QA</a:t>
            </a:r>
          </a:p>
        </p:txBody>
      </p:sp>
      <p:sp>
        <p:nvSpPr>
          <p:cNvPr id="15" name="">
            <a:extLst xmlns:a="http://schemas.openxmlformats.org/drawingml/2006/main">
              <a:ext uri="{FF2B5EF4-FFF2-40B4-BE49-F238E27FC236}">
                <a16:creationId xmlns:a16="http://schemas.microsoft.com/office/drawing/2014/main" id="{A8BD92C8-9B75-41AB-B28C-B580087E31DB}"/>
              </a:ext>
            </a:extLst>
          </p:cNvPr>
          <p:cNvSpPr>
            <a:spLocks xmlns:a="http://schemas.openxmlformats.org/drawingml/2006/main" noGrp="1"/>
          </p:cNvSpPr>
          <p:nvPr/>
        </p:nvSpPr>
        <p:spPr>
          <a:xfrm xmlns:a="http://schemas.openxmlformats.org/drawingml/2006/main">
            <a:off x="9391650" y="3257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250" b="1" i="0">
                <a:solidFill>
                  <a:srgbClr val="2D52D4"/>
                </a:solidFill>
                <a:latin typeface="Onest"/>
                <a:ea typeface="Onest"/>
                <a:cs typeface="Onest"/>
              </a:defRPr>
            </a:pPr>
            <a:r>
              <a:rPr sz="2250" b="1" i="0">
                <a:solidFill>
                  <a:srgbClr val="2D52D4"/>
                </a:solidFill>
                <a:latin typeface="Onest"/>
                <a:ea typeface="Onest"/>
                <a:cs typeface="Onest"/>
              </a:rPr>
              <a:t>+</a:t>
            </a:r>
          </a:p>
        </p:txBody>
      </p:sp>
      <p:sp>
        <p:nvSpPr>
          <p:cNvPr id="16" name="">
            <a:extLst xmlns:a="http://schemas.openxmlformats.org/drawingml/2006/main">
              <a:ext uri="{FF2B5EF4-FFF2-40B4-BE49-F238E27FC236}">
                <a16:creationId xmlns:a16="http://schemas.microsoft.com/office/drawing/2014/main" id="{00445974-8E45-4BEE-BE11-5D7968211322}"/>
              </a:ext>
            </a:extLst>
          </p:cNvPr>
          <p:cNvSpPr>
            <a:spLocks xmlns:a="http://schemas.openxmlformats.org/drawingml/2006/main" noGrp="1"/>
          </p:cNvSpPr>
          <p:nvPr/>
        </p:nvSpPr>
        <p:spPr>
          <a:xfrm xmlns:a="http://schemas.openxmlformats.org/drawingml/2006/main">
            <a:off x="9696450" y="3028950"/>
            <a:ext cx="1428750" cy="838200"/>
          </a:xfrm>
          <a:prstGeom xmlns:a="http://schemas.openxmlformats.org/drawingml/2006/main" prst="roundRect">
            <a:avLst>
              <a:gd name="adj" fmla="val 18182"/>
            </a:avLst>
          </a:prstGeom>
          <a:solidFill xmlns:a="http://schemas.openxmlformats.org/drawingml/2006/main">
            <a:srgbClr val="EEF2FF"/>
          </a:solidFill>
          <a:ln xmlns:a="http://schemas.openxmlformats.org/drawingml/2006/main" w="9525">
            <a:solidFill>
              <a:srgbClr val="A5B4F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575" b="1">
                <a:solidFill>
                  <a:srgbClr val="0F172A"/>
                </a:solidFill>
                <a:latin typeface="Onest"/>
                <a:ea typeface="Onest"/>
                <a:cs typeface="Onest"/>
              </a:defRPr>
            </a:pPr>
            <a:r>
              <a:rPr sz="1575" b="1">
                <a:solidFill>
                  <a:srgbClr val="0F172A"/>
                </a:solidFill>
                <a:latin typeface="Onest"/>
                <a:ea typeface="Onest"/>
                <a:cs typeface="Onest"/>
              </a:rPr>
              <a:t>Limite</a:t>
            </a:r>
          </a:p>
        </p:txBody>
      </p:sp>
      <p:sp>
        <p:nvSpPr>
          <p:cNvPr id="17" name="">
            <a:extLst xmlns:a="http://schemas.openxmlformats.org/drawingml/2006/main">
              <a:ext uri="{FF2B5EF4-FFF2-40B4-BE49-F238E27FC236}">
                <a16:creationId xmlns:a16="http://schemas.microsoft.com/office/drawing/2014/main" id="{581E860A-B42C-418B-9317-23C75F52A78E}"/>
              </a:ext>
            </a:extLst>
          </p:cNvPr>
          <p:cNvSpPr>
            <a:spLocks xmlns:a="http://schemas.openxmlformats.org/drawingml/2006/main" noGrp="1"/>
          </p:cNvSpPr>
          <p:nvPr/>
        </p:nvSpPr>
        <p:spPr>
          <a:xfrm xmlns:a="http://schemas.openxmlformats.org/drawingml/2006/main">
            <a:off x="2286000" y="4762500"/>
            <a:ext cx="7620000" cy="685800"/>
          </a:xfrm>
          <a:prstGeom xmlns:a="http://schemas.openxmlformats.org/drawingml/2006/main" prst="roundRect">
            <a:avLst>
              <a:gd name="adj" fmla="val 22222"/>
            </a:avLst>
          </a:prstGeom>
          <a:solidFill xmlns:a="http://schemas.openxmlformats.org/drawingml/2006/main">
            <a:srgbClr val="0B1120"/>
          </a:solidFill>
          <a:ln xmlns:a="http://schemas.openxmlformats.org/drawingml/2006/main" w="9525">
            <a:solidFill>
              <a:srgbClr val="0B112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152400" tIns="152400" rIns="152400" bIns="152400" anchor="ctr"/>
          <a:lstStyle xmlns:a="http://schemas.openxmlformats.org/drawingml/2006/main"/>
          <a:p xmlns:a="http://schemas.openxmlformats.org/drawingml/2006/main">
            <a:pPr algn="ctr">
              <a:lnSpc>
                <a:spcPct val="105000"/>
              </a:lnSpc>
              <a:buNone/>
              <a:defRPr sz="1875" b="1">
                <a:solidFill>
                  <a:srgbClr val="FFFFFF"/>
                </a:solidFill>
                <a:latin typeface="Onest"/>
                <a:ea typeface="Onest"/>
                <a:cs typeface="Onest"/>
              </a:defRPr>
            </a:pPr>
            <a:r>
              <a:rPr sz="1875" b="1">
                <a:solidFill>
                  <a:srgbClr val="FFFFFF"/>
                </a:solidFill>
                <a:latin typeface="Onest"/>
                <a:ea typeface="Onest"/>
                <a:cs typeface="Onest"/>
              </a:rPr>
              <a:t>Agent util = proces clar + context bun + limite explicite</a:t>
            </a:r>
          </a:p>
        </p:txBody>
      </p:sp>
    </p:spTree>
    <p:extLst>
      <p:ext uri="{BB962C8B-B14F-4D97-AF65-F5344CB8AC3E}">
        <p14:creationId xmlns:p14="http://schemas.microsoft.com/office/powerpoint/2010/main" val="573213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2026-07-29T20:40:27.5420000Z</dcterms:created>
  <dcterms:modified xsi:type="dcterms:W3CDTF">2026-07-29T20:40:27.5420000Z</dcterms:modified>
</coreProperties>
</file>